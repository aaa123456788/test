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329" r:id="rId5"/>
    <p:sldId id="383" r:id="rId6"/>
    <p:sldId id="384" r:id="rId7"/>
    <p:sldId id="397" r:id="rId8"/>
    <p:sldId id="398" r:id="rId9"/>
    <p:sldId id="385" r:id="rId10"/>
    <p:sldId id="399" r:id="rId11"/>
    <p:sldId id="387" r:id="rId12"/>
    <p:sldId id="391" r:id="rId13"/>
    <p:sldId id="392" r:id="rId14"/>
    <p:sldId id="393" r:id="rId15"/>
    <p:sldId id="394" r:id="rId16"/>
    <p:sldId id="395" r:id="rId17"/>
    <p:sldId id="396" r:id="rId18"/>
    <p:sldId id="402" r:id="rId19"/>
    <p:sldId id="404" r:id="rId20"/>
    <p:sldId id="401" r:id="rId21"/>
    <p:sldId id="4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52" autoAdjust="0"/>
    <p:restoredTop sz="90786" autoAdjust="0"/>
  </p:normalViewPr>
  <p:slideViewPr>
    <p:cSldViewPr snapToGrid="0">
      <p:cViewPr varScale="1">
        <p:scale>
          <a:sx n="79" d="100"/>
          <a:sy n="79" d="100"/>
        </p:scale>
        <p:origin x="1042" y="43"/>
      </p:cViewPr>
      <p:guideLst/>
    </p:cSldViewPr>
  </p:slideViewPr>
  <p:outlineViewPr>
    <p:cViewPr>
      <p:scale>
        <a:sx n="33" d="100"/>
        <a:sy n="33" d="100"/>
      </p:scale>
      <p:origin x="0" y="-1037"/>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A1D659-9682-BE2B-7FE8-67902A1244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DC9DD43-96CB-5A3C-DDAC-DDED88E718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58D1BA-8333-4060-BE89-08083514E197}" type="datetimeFigureOut">
              <a:rPr lang="en-US" smtClean="0"/>
              <a:t>9/9/2025</a:t>
            </a:fld>
            <a:endParaRPr lang="en-US" dirty="0"/>
          </a:p>
        </p:txBody>
      </p:sp>
      <p:sp>
        <p:nvSpPr>
          <p:cNvPr id="4" name="Footer Placeholder 3">
            <a:extLst>
              <a:ext uri="{FF2B5EF4-FFF2-40B4-BE49-F238E27FC236}">
                <a16:creationId xmlns:a16="http://schemas.microsoft.com/office/drawing/2014/main" id="{244C9BD9-497A-49AE-566B-AE7A53D6FC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46ABFDD-E1A7-7283-43F9-290FFE047F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83D930-11DD-4CC7-B456-986AFD28BEA3}" type="slidenum">
              <a:rPr lang="en-US" smtClean="0"/>
              <a:t>‹#›</a:t>
            </a:fld>
            <a:endParaRPr lang="en-US" dirty="0"/>
          </a:p>
        </p:txBody>
      </p:sp>
    </p:spTree>
    <p:extLst>
      <p:ext uri="{BB962C8B-B14F-4D97-AF65-F5344CB8AC3E}">
        <p14:creationId xmlns:p14="http://schemas.microsoft.com/office/powerpoint/2010/main" val="37309942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F1824D-16BB-6842-B177-66C991E75B96}" type="datetimeFigureOut">
              <a:rPr lang="en-US" smtClean="0"/>
              <a:t>9/9/2025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95E6C-1521-6645-A89B-0D424B85A347}" type="slidenum">
              <a:rPr lang="en-US" smtClean="0"/>
              <a:t>‹#›</a:t>
            </a:fld>
            <a:endParaRPr lang="en-US" dirty="0"/>
          </a:p>
        </p:txBody>
      </p:sp>
    </p:spTree>
    <p:extLst>
      <p:ext uri="{BB962C8B-B14F-4D97-AF65-F5344CB8AC3E}">
        <p14:creationId xmlns:p14="http://schemas.microsoft.com/office/powerpoint/2010/main" val="2046504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95E6C-1521-6645-A89B-0D424B85A347}" type="slidenum">
              <a:rPr lang="en-US" smtClean="0"/>
              <a:t>1</a:t>
            </a:fld>
            <a:endParaRPr lang="en-US" dirty="0"/>
          </a:p>
        </p:txBody>
      </p:sp>
    </p:spTree>
    <p:extLst>
      <p:ext uri="{BB962C8B-B14F-4D97-AF65-F5344CB8AC3E}">
        <p14:creationId xmlns:p14="http://schemas.microsoft.com/office/powerpoint/2010/main" val="3122667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Essential for the formation of organic molecules and account for over 95% of the mass in living cells.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These non-metal elements are the fundamental building blocks for macromolecules like proteins, carbohydrates, lipids, and nucleic acids, which are vital for the structure and function of all known living organisms. </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4</a:t>
            </a:fld>
            <a:endParaRPr lang="en-US" dirty="0"/>
          </a:p>
        </p:txBody>
      </p:sp>
    </p:spTree>
    <p:extLst>
      <p:ext uri="{BB962C8B-B14F-4D97-AF65-F5344CB8AC3E}">
        <p14:creationId xmlns:p14="http://schemas.microsoft.com/office/powerpoint/2010/main" val="4127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Carbon enters the biosphere through the action of producers—plants and other photosynthetic organisms that use solar energy to transform atmospheric CO</a:t>
            </a:r>
            <a:r>
              <a:rPr lang="en-US" baseline="-25000" dirty="0" smtClean="0"/>
              <a:t>2</a:t>
            </a:r>
            <a:r>
              <a:rPr lang="en-US" dirty="0" smtClean="0"/>
              <a:t> into the carbon-based molecules of life. </a:t>
            </a:r>
          </a:p>
          <a:p>
            <a:pPr marL="171450" indent="-171450">
              <a:buFont typeface="Arial" panose="020B0604020202020204" pitchFamily="34" charset="0"/>
              <a:buChar char="•"/>
            </a:pPr>
            <a:r>
              <a:rPr lang="en-US" dirty="0" smtClean="0"/>
              <a:t>Carbon is unparalleled in its ability to form molecules that are large, complex, and varied, making possible the diversity of organisms that have evolved on Earth. </a:t>
            </a:r>
          </a:p>
          <a:p>
            <a:pPr marL="171450" indent="-171450">
              <a:buFont typeface="Arial" panose="020B0604020202020204" pitchFamily="34" charset="0"/>
              <a:buChar char="•"/>
            </a:pPr>
            <a:r>
              <a:rPr lang="en-US" dirty="0" smtClean="0"/>
              <a:t>Such variation in carbon skeletons is one important source of the molecular complexity and diversity that characterize living matter. </a:t>
            </a:r>
          </a:p>
          <a:p>
            <a:pPr marL="171450" indent="-171450">
              <a:buFont typeface="Arial" panose="020B0604020202020204" pitchFamily="34" charset="0"/>
              <a:buChar char="•"/>
            </a:pPr>
            <a:r>
              <a:rPr lang="en-US" dirty="0" smtClean="0"/>
              <a:t>In addition, atoms of other elements can be bonded to the skeletons at available sites.</a:t>
            </a:r>
          </a:p>
          <a:p>
            <a:pPr marL="171450" indent="-171450">
              <a:buFont typeface="Arial" panose="020B0604020202020204" pitchFamily="34" charset="0"/>
              <a:buChar char="•"/>
            </a:pPr>
            <a:endParaRPr lang="en-US" dirty="0" smtClean="0"/>
          </a:p>
        </p:txBody>
      </p:sp>
      <p:sp>
        <p:nvSpPr>
          <p:cNvPr id="4" name="Slide Number Placeholder 3"/>
          <p:cNvSpPr>
            <a:spLocks noGrp="1"/>
          </p:cNvSpPr>
          <p:nvPr>
            <p:ph type="sldNum" sz="quarter" idx="10"/>
          </p:nvPr>
        </p:nvSpPr>
        <p:spPr/>
        <p:txBody>
          <a:bodyPr/>
          <a:lstStyle/>
          <a:p>
            <a:fld id="{59B95E6C-1521-6645-A89B-0D424B85A347}" type="slidenum">
              <a:rPr lang="en-US" smtClean="0"/>
              <a:t>5</a:t>
            </a:fld>
            <a:endParaRPr lang="en-US" dirty="0"/>
          </a:p>
        </p:txBody>
      </p:sp>
    </p:spTree>
    <p:extLst>
      <p:ext uri="{BB962C8B-B14F-4D97-AF65-F5344CB8AC3E}">
        <p14:creationId xmlns:p14="http://schemas.microsoft.com/office/powerpoint/2010/main" val="1383680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All living</a:t>
            </a:r>
            <a:r>
              <a:rPr lang="en-US" baseline="0" dirty="0" smtClean="0"/>
              <a:t> organisms are composed of primarily of carbon, C; hydrogen, H; and oxygen, O.</a:t>
            </a:r>
          </a:p>
          <a:p>
            <a:pPr marL="171450" indent="-171450">
              <a:buFont typeface="Arial" panose="020B0604020202020204" pitchFamily="34" charset="0"/>
              <a:buChar char="•"/>
            </a:pPr>
            <a:r>
              <a:rPr lang="en-US" baseline="0" dirty="0" smtClean="0"/>
              <a:t>Molecules of living organisms  contain other elements in addition to C and H.</a:t>
            </a:r>
          </a:p>
          <a:p>
            <a:pPr marL="171450" indent="-171450">
              <a:buFont typeface="Arial" panose="020B0604020202020204" pitchFamily="34" charset="0"/>
              <a:buChar char="•"/>
            </a:pPr>
            <a:r>
              <a:rPr lang="en-US" baseline="0" dirty="0" smtClean="0"/>
              <a:t>These other elements give biological molecules different functional properties.</a:t>
            </a:r>
          </a:p>
          <a:p>
            <a:pPr marL="171450" indent="-171450">
              <a:buFont typeface="Arial" panose="020B0604020202020204" pitchFamily="34" charset="0"/>
              <a:buChar char="•"/>
            </a:pPr>
            <a:r>
              <a:rPr lang="en-US" baseline="0" dirty="0" smtClean="0"/>
              <a:t>Ethane – CH3CH3 vs. ethanol - CH3CH2OH </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6</a:t>
            </a:fld>
            <a:endParaRPr lang="en-US" dirty="0"/>
          </a:p>
        </p:txBody>
      </p:sp>
    </p:spTree>
    <p:extLst>
      <p:ext uri="{BB962C8B-B14F-4D97-AF65-F5344CB8AC3E}">
        <p14:creationId xmlns:p14="http://schemas.microsoft.com/office/powerpoint/2010/main" val="2001688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8</a:t>
            </a:fld>
            <a:endParaRPr lang="en-US" dirty="0"/>
          </a:p>
        </p:txBody>
      </p:sp>
    </p:spTree>
    <p:extLst>
      <p:ext uri="{BB962C8B-B14F-4D97-AF65-F5344CB8AC3E}">
        <p14:creationId xmlns:p14="http://schemas.microsoft.com/office/powerpoint/2010/main" val="705170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Is polar due to electronegative oxygen. </a:t>
            </a:r>
          </a:p>
          <a:p>
            <a:pPr marL="171450" indent="-171450">
              <a:buFont typeface="Arial" panose="020B0604020202020204" pitchFamily="34" charset="0"/>
              <a:buChar char="•"/>
            </a:pPr>
            <a:r>
              <a:rPr lang="en-US" dirty="0" smtClean="0"/>
              <a:t>Forms hydrogen bonds with water, helping dissolve compounds such as sugars.</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9</a:t>
            </a:fld>
            <a:endParaRPr lang="en-US" dirty="0"/>
          </a:p>
        </p:txBody>
      </p:sp>
    </p:spTree>
    <p:extLst>
      <p:ext uri="{BB962C8B-B14F-4D97-AF65-F5344CB8AC3E}">
        <p14:creationId xmlns:p14="http://schemas.microsoft.com/office/powerpoint/2010/main" val="3508971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Ketone (carbonyl group is within a carbon skeleton) or aldehyde (carbonyl group is at the end of a carbon skeleton).</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10</a:t>
            </a:fld>
            <a:endParaRPr lang="en-US" dirty="0"/>
          </a:p>
        </p:txBody>
      </p:sp>
    </p:spTree>
    <p:extLst>
      <p:ext uri="{BB962C8B-B14F-4D97-AF65-F5344CB8AC3E}">
        <p14:creationId xmlns:p14="http://schemas.microsoft.com/office/powerpoint/2010/main" val="2051897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Hydrogen</a:t>
            </a:r>
            <a:r>
              <a:rPr lang="en-US" baseline="0" dirty="0" smtClean="0"/>
              <a:t> atom loses its electron, leaving only the positively charged proton behind (H ion = H proton</a:t>
            </a:r>
            <a:r>
              <a:rPr lang="en-US" baseline="0" dirty="0" smtClean="0"/>
              <a:t>).</a:t>
            </a:r>
            <a:endParaRPr lang="en-US" baseline="0" dirty="0" smtClean="0"/>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"weak acid" is a compound that similarly does not completely dissociate in water, only releasing a small amount of hydrogen ions (H+) when dissolved.</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11</a:t>
            </a:fld>
            <a:endParaRPr lang="en-US" dirty="0"/>
          </a:p>
        </p:txBody>
      </p:sp>
    </p:spTree>
    <p:extLst>
      <p:ext uri="{BB962C8B-B14F-4D97-AF65-F5344CB8AC3E}">
        <p14:creationId xmlns:p14="http://schemas.microsoft.com/office/powerpoint/2010/main" val="2905071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Glycine has both</a:t>
            </a:r>
            <a:r>
              <a:rPr lang="en-US" baseline="0" dirty="0" smtClean="0"/>
              <a:t> an amino and carboxyl group = amino </a:t>
            </a:r>
            <a:r>
              <a:rPr lang="en-US" baseline="0" dirty="0" smtClean="0"/>
              <a:t>acid.</a:t>
            </a:r>
            <a:endParaRPr lang="en-US" baseline="0" dirty="0" smtClean="0"/>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"weak base" is a chemical compound that does not fully ionize when dissolved in water, meaning it only partially releases hydroxide ions (OH-) in solution, or does</a:t>
            </a:r>
            <a:r>
              <a:rPr lang="en-US" sz="1200" b="0" i="0" kern="1200" baseline="0" dirty="0" smtClean="0">
                <a:solidFill>
                  <a:schemeClr val="tx1"/>
                </a:solidFill>
                <a:effectLst/>
                <a:latin typeface="+mn-lt"/>
                <a:ea typeface="+mn-ea"/>
                <a:cs typeface="+mn-cs"/>
              </a:rPr>
              <a:t> not fully </a:t>
            </a:r>
            <a:r>
              <a:rPr lang="en-US" sz="1200" b="0" i="0" kern="1200" baseline="0" dirty="0" smtClean="0">
                <a:solidFill>
                  <a:schemeClr val="tx1"/>
                </a:solidFill>
                <a:effectLst/>
                <a:latin typeface="+mn-lt"/>
                <a:ea typeface="+mn-ea"/>
                <a:cs typeface="+mn-cs"/>
              </a:rPr>
              <a:t>ionize.</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12</a:t>
            </a:fld>
            <a:endParaRPr lang="en-US" dirty="0"/>
          </a:p>
        </p:txBody>
      </p:sp>
    </p:spTree>
    <p:extLst>
      <p:ext uri="{BB962C8B-B14F-4D97-AF65-F5344CB8AC3E}">
        <p14:creationId xmlns:p14="http://schemas.microsoft.com/office/powerpoint/2010/main" val="1982176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Sulfur atoms</a:t>
            </a:r>
            <a:r>
              <a:rPr lang="en-US" baseline="0" dirty="0" smtClean="0"/>
              <a:t> in the side chain have a lone pair of electrons which can be easily shared with another sulfur atom to form a disulfide bond (S – S) – covalent bond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13</a:t>
            </a:fld>
            <a:endParaRPr lang="en-US" dirty="0"/>
          </a:p>
        </p:txBody>
      </p:sp>
    </p:spTree>
    <p:extLst>
      <p:ext uri="{BB962C8B-B14F-4D97-AF65-F5344CB8AC3E}">
        <p14:creationId xmlns:p14="http://schemas.microsoft.com/office/powerpoint/2010/main" val="2130530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Answers:</a:t>
            </a:r>
          </a:p>
          <a:p>
            <a:endParaRPr lang="en-US" dirty="0" smtClean="0"/>
          </a:p>
          <a:p>
            <a:pPr marL="228600" indent="-228600">
              <a:buAutoNum type="arabicPeriod"/>
            </a:pPr>
            <a:r>
              <a:rPr lang="en-US" dirty="0" smtClean="0"/>
              <a:t>It has both an amino group (¬NH2), which makes it an amine, and a carboxyl group (¬COOH), which makes it a carboxylic acid. </a:t>
            </a:r>
          </a:p>
          <a:p>
            <a:pPr marL="228600" indent="-228600">
              <a:buAutoNum type="arabicPeriod"/>
            </a:pPr>
            <a:endParaRPr lang="en-US" dirty="0" smtClean="0"/>
          </a:p>
          <a:p>
            <a:r>
              <a:rPr lang="en-US" dirty="0" smtClean="0"/>
              <a:t>2.</a:t>
            </a:r>
            <a:r>
              <a:rPr lang="en-US" baseline="0" dirty="0" smtClean="0"/>
              <a:t> A chemical group that can act as a base has been replaced with a group that can act as an acid, increasing the acidic properties of the molecule. The shape of the molecule would also change, likely changing the molecules with which it can interact. </a:t>
            </a:r>
          </a:p>
          <a:p>
            <a:endParaRPr lang="en-US" dirty="0" smtClean="0"/>
          </a:p>
        </p:txBody>
      </p:sp>
      <p:sp>
        <p:nvSpPr>
          <p:cNvPr id="4" name="Slide Number Placeholder 3"/>
          <p:cNvSpPr>
            <a:spLocks noGrp="1"/>
          </p:cNvSpPr>
          <p:nvPr>
            <p:ph type="sldNum" sz="quarter" idx="10"/>
          </p:nvPr>
        </p:nvSpPr>
        <p:spPr/>
        <p:txBody>
          <a:bodyPr/>
          <a:lstStyle/>
          <a:p>
            <a:fld id="{59B95E6C-1521-6645-A89B-0D424B85A347}" type="slidenum">
              <a:rPr lang="en-US" smtClean="0"/>
              <a:t>16</a:t>
            </a:fld>
            <a:endParaRPr lang="en-US" dirty="0"/>
          </a:p>
        </p:txBody>
      </p:sp>
    </p:spTree>
    <p:extLst>
      <p:ext uri="{BB962C8B-B14F-4D97-AF65-F5344CB8AC3E}">
        <p14:creationId xmlns:p14="http://schemas.microsoft.com/office/powerpoint/2010/main" val="2529362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66D230B-5FCA-499A-8014-69D09CF00594}" type="slidenum">
              <a:rPr lang="en-CA" smtClean="0"/>
              <a:pPr eaLnBrk="1" hangingPunct="1"/>
              <a:t>17</a:t>
            </a:fld>
            <a:endParaRPr lang="en-CA"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 typeface="Arial" panose="020B0604020202020204" pitchFamily="34" charset="0"/>
              <a:buChar char="•"/>
            </a:pPr>
            <a:r>
              <a:rPr lang="en-CA" dirty="0" smtClean="0"/>
              <a:t>Estradiol</a:t>
            </a:r>
            <a:r>
              <a:rPr lang="en-CA" baseline="0" dirty="0" smtClean="0"/>
              <a:t> has hydroxyl instead of a </a:t>
            </a:r>
            <a:r>
              <a:rPr lang="en-CA" baseline="0" dirty="0" smtClean="0"/>
              <a:t>ketone.</a:t>
            </a:r>
            <a:endParaRPr lang="en-CA" baseline="0" dirty="0" smtClean="0"/>
          </a:p>
          <a:p>
            <a:pPr marL="171450" indent="-171450" eaLnBrk="1" hangingPunct="1">
              <a:buFont typeface="Arial" panose="020B0604020202020204" pitchFamily="34" charset="0"/>
              <a:buChar char="•"/>
            </a:pPr>
            <a:r>
              <a:rPr lang="en-CA" baseline="0" dirty="0" smtClean="0"/>
              <a:t>Sexuality has its biological basis in variations of molecular </a:t>
            </a:r>
            <a:r>
              <a:rPr lang="en-CA" baseline="0" dirty="0" smtClean="0"/>
              <a:t>architecture.</a:t>
            </a:r>
            <a:endParaRPr lang="en-CA" dirty="0" smtClean="0"/>
          </a:p>
        </p:txBody>
      </p:sp>
    </p:spTree>
    <p:extLst>
      <p:ext uri="{BB962C8B-B14F-4D97-AF65-F5344CB8AC3E}">
        <p14:creationId xmlns:p14="http://schemas.microsoft.com/office/powerpoint/2010/main" val="2684976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18</a:t>
            </a:fld>
            <a:endParaRPr lang="en-US" dirty="0"/>
          </a:p>
        </p:txBody>
      </p:sp>
    </p:spTree>
    <p:extLst>
      <p:ext uri="{BB962C8B-B14F-4D97-AF65-F5344CB8AC3E}">
        <p14:creationId xmlns:p14="http://schemas.microsoft.com/office/powerpoint/2010/main" val="42613168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5.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8.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3.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ED105B8-FA74-BFE4-E87B-952F8C9E1878}"/>
              </a:ext>
              <a:ext uri="{C183D7F6-B498-43B3-948B-1728B52AA6E4}">
                <adec:decorative xmlns:adec="http://schemas.microsoft.com/office/drawing/2017/decorative" xmlns=""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180284">
            <a:off x="8925362" y="-797841"/>
            <a:ext cx="2185022" cy="4033887"/>
          </a:xfrm>
          <a:prstGeom prst="rect">
            <a:avLst/>
          </a:prstGeom>
        </p:spPr>
      </p:pic>
      <p:pic>
        <p:nvPicPr>
          <p:cNvPr id="5" name="Graphic 4">
            <a:extLst>
              <a:ext uri="{FF2B5EF4-FFF2-40B4-BE49-F238E27FC236}">
                <a16:creationId xmlns:a16="http://schemas.microsoft.com/office/drawing/2014/main" id="{350CAB61-2CE4-1544-7C29-56035B106E3B}"/>
              </a:ext>
              <a:ext uri="{C183D7F6-B498-43B3-948B-1728B52AA6E4}">
                <adec:decorative xmlns:adec="http://schemas.microsoft.com/office/drawing/2017/decorative" xmlns=""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flipH="1">
            <a:off x="667816" y="151458"/>
            <a:ext cx="4696585" cy="6883545"/>
          </a:xfrm>
          <a:prstGeom prst="rect">
            <a:avLst/>
          </a:prstGeom>
        </p:spPr>
      </p:pic>
      <p:sp>
        <p:nvSpPr>
          <p:cNvPr id="6" name="Rounded Rectangle 5">
            <a:extLst>
              <a:ext uri="{FF2B5EF4-FFF2-40B4-BE49-F238E27FC236}">
                <a16:creationId xmlns:a16="http://schemas.microsoft.com/office/drawing/2014/main" id="{F7F0F132-0A38-0910-9F59-FD05608FD910}"/>
              </a:ext>
              <a:ext uri="{C183D7F6-B498-43B3-948B-1728B52AA6E4}">
                <adec:decorative xmlns:adec="http://schemas.microsoft.com/office/drawing/2017/decorative" xmlns="" val="1"/>
              </a:ext>
            </a:extLst>
          </p:cNvPr>
          <p:cNvSpPr/>
          <p:nvPr userDrawn="1"/>
        </p:nvSpPr>
        <p:spPr>
          <a:xfrm>
            <a:off x="8928728" y="4744937"/>
            <a:ext cx="1576388" cy="1572768"/>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19">
            <a:extLst>
              <a:ext uri="{FF2B5EF4-FFF2-40B4-BE49-F238E27FC236}">
                <a16:creationId xmlns:a16="http://schemas.microsoft.com/office/drawing/2014/main" id="{0EB495D4-165D-1D97-941A-DF6328D17FEF}"/>
              </a:ext>
              <a:ext uri="{C183D7F6-B498-43B3-948B-1728B52AA6E4}">
                <adec:decorative xmlns:adec="http://schemas.microsoft.com/office/drawing/2017/decorative" xmlns="" val="1"/>
              </a:ext>
            </a:extLst>
          </p:cNvPr>
          <p:cNvSpPr/>
          <p:nvPr userDrawn="1"/>
        </p:nvSpPr>
        <p:spPr>
          <a:xfrm rot="2700000">
            <a:off x="3145265" y="-755509"/>
            <a:ext cx="3647766" cy="10430735"/>
          </a:xfrm>
          <a:custGeom>
            <a:avLst/>
            <a:gdLst>
              <a:gd name="connsiteX0" fmla="*/ 534203 w 3647766"/>
              <a:gd name="connsiteY0" fmla="*/ 534203 h 10430735"/>
              <a:gd name="connsiteX1" fmla="*/ 1823883 w 3647766"/>
              <a:gd name="connsiteY1" fmla="*/ 0 h 10430735"/>
              <a:gd name="connsiteX2" fmla="*/ 3647766 w 3647766"/>
              <a:gd name="connsiteY2" fmla="*/ 1823883 h 10430735"/>
              <a:gd name="connsiteX3" fmla="*/ 3647766 w 3647766"/>
              <a:gd name="connsiteY3" fmla="*/ 6782970 h 10430735"/>
              <a:gd name="connsiteX4" fmla="*/ 0 w 3647766"/>
              <a:gd name="connsiteY4" fmla="*/ 10430735 h 10430735"/>
              <a:gd name="connsiteX5" fmla="*/ 0 w 3647766"/>
              <a:gd name="connsiteY5" fmla="*/ 1823883 h 10430735"/>
              <a:gd name="connsiteX6" fmla="*/ 534203 w 3647766"/>
              <a:gd name="connsiteY6" fmla="*/ 534203 h 10430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47766" h="10430735">
                <a:moveTo>
                  <a:pt x="534203" y="534203"/>
                </a:moveTo>
                <a:cubicBezTo>
                  <a:pt x="864261" y="204145"/>
                  <a:pt x="1320232" y="0"/>
                  <a:pt x="1823883" y="0"/>
                </a:cubicBezTo>
                <a:cubicBezTo>
                  <a:pt x="2831186" y="0"/>
                  <a:pt x="3647766" y="816580"/>
                  <a:pt x="3647766" y="1823883"/>
                </a:cubicBezTo>
                <a:lnTo>
                  <a:pt x="3647766" y="6782970"/>
                </a:lnTo>
                <a:lnTo>
                  <a:pt x="0" y="10430735"/>
                </a:lnTo>
                <a:lnTo>
                  <a:pt x="0" y="1823883"/>
                </a:lnTo>
                <a:cubicBezTo>
                  <a:pt x="0" y="1320232"/>
                  <a:pt x="204145" y="864261"/>
                  <a:pt x="534203" y="53420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FEC3CAC6-583F-07D1-4F38-5C4AFAA6D248}"/>
              </a:ext>
              <a:ext uri="{C183D7F6-B498-43B3-948B-1728B52AA6E4}">
                <adec:decorative xmlns:adec="http://schemas.microsoft.com/office/drawing/2017/decorative" xmlns="" val="1"/>
              </a:ext>
            </a:extLst>
          </p:cNvPr>
          <p:cNvSpPr/>
          <p:nvPr userDrawn="1"/>
        </p:nvSpPr>
        <p:spPr>
          <a:xfrm rot="2700000">
            <a:off x="-226263" y="3580387"/>
            <a:ext cx="1576388" cy="3165770"/>
          </a:xfrm>
          <a:custGeom>
            <a:avLst/>
            <a:gdLst>
              <a:gd name="connsiteX0" fmla="*/ 230857 w 1576388"/>
              <a:gd name="connsiteY0" fmla="*/ 230857 h 3165770"/>
              <a:gd name="connsiteX1" fmla="*/ 788194 w 1576388"/>
              <a:gd name="connsiteY1" fmla="*/ 0 h 3165770"/>
              <a:gd name="connsiteX2" fmla="*/ 1576388 w 1576388"/>
              <a:gd name="connsiteY2" fmla="*/ 788194 h 3165770"/>
              <a:gd name="connsiteX3" fmla="*/ 1576388 w 1576388"/>
              <a:gd name="connsiteY3" fmla="*/ 3165770 h 3165770"/>
              <a:gd name="connsiteX4" fmla="*/ 0 w 1576388"/>
              <a:gd name="connsiteY4" fmla="*/ 1589383 h 3165770"/>
              <a:gd name="connsiteX5" fmla="*/ 0 w 1576388"/>
              <a:gd name="connsiteY5" fmla="*/ 788194 h 3165770"/>
              <a:gd name="connsiteX6" fmla="*/ 230857 w 1576388"/>
              <a:gd name="connsiteY6" fmla="*/ 230857 h 316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388" h="3165770">
                <a:moveTo>
                  <a:pt x="230857" y="230857"/>
                </a:moveTo>
                <a:cubicBezTo>
                  <a:pt x="373492" y="88222"/>
                  <a:pt x="570540" y="0"/>
                  <a:pt x="788194" y="0"/>
                </a:cubicBezTo>
                <a:cubicBezTo>
                  <a:pt x="1223502" y="0"/>
                  <a:pt x="1576388" y="352886"/>
                  <a:pt x="1576388" y="788194"/>
                </a:cubicBezTo>
                <a:lnTo>
                  <a:pt x="1576388" y="3165770"/>
                </a:lnTo>
                <a:lnTo>
                  <a:pt x="0" y="1589383"/>
                </a:lnTo>
                <a:lnTo>
                  <a:pt x="0" y="788194"/>
                </a:lnTo>
                <a:cubicBezTo>
                  <a:pt x="0" y="570540"/>
                  <a:pt x="88222" y="373492"/>
                  <a:pt x="230857" y="230857"/>
                </a:cubicBezTo>
                <a:close/>
              </a:path>
            </a:pathLst>
          </a:cu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Rounded Rectangle 15">
            <a:extLst>
              <a:ext uri="{FF2B5EF4-FFF2-40B4-BE49-F238E27FC236}">
                <a16:creationId xmlns:a16="http://schemas.microsoft.com/office/drawing/2014/main" id="{A8EE820E-E5BD-B48E-CD48-33690FF1E30B}"/>
              </a:ext>
              <a:ext uri="{C183D7F6-B498-43B3-948B-1728B52AA6E4}">
                <adec:decorative xmlns:adec="http://schemas.microsoft.com/office/drawing/2017/decorative" xmlns="" val="1"/>
              </a:ext>
            </a:extLst>
          </p:cNvPr>
          <p:cNvSpPr/>
          <p:nvPr userDrawn="1"/>
        </p:nvSpPr>
        <p:spPr>
          <a:xfrm>
            <a:off x="4122835" y="315152"/>
            <a:ext cx="906031" cy="903950"/>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30286" y="1221103"/>
            <a:ext cx="5428878" cy="4415795"/>
          </a:xfrm>
        </p:spPr>
        <p:txBody>
          <a:bodyPr anchor="ctr">
            <a:normAutofit/>
          </a:bodyPr>
          <a:lstStyle>
            <a:lvl1pPr algn="l">
              <a:lnSpc>
                <a:spcPct val="100000"/>
              </a:lnSpc>
              <a:defRPr sz="5400" b="1" cap="all" baseline="0"/>
            </a:lvl1pPr>
          </a:lstStyle>
          <a:p>
            <a:r>
              <a:rPr lang="en-US" dirty="0"/>
              <a:t>Click to add title</a:t>
            </a:r>
          </a:p>
        </p:txBody>
      </p:sp>
      <p:sp>
        <p:nvSpPr>
          <p:cNvPr id="14" name="Picture Placeholder 13">
            <a:extLst>
              <a:ext uri="{FF2B5EF4-FFF2-40B4-BE49-F238E27FC236}">
                <a16:creationId xmlns:a16="http://schemas.microsoft.com/office/drawing/2014/main" id="{1F678F28-657B-EB5D-2122-E904530003C6}"/>
              </a:ext>
            </a:extLst>
          </p:cNvPr>
          <p:cNvSpPr>
            <a:spLocks noGrp="1"/>
          </p:cNvSpPr>
          <p:nvPr>
            <p:ph type="pic" sz="quarter" idx="10" hasCustomPrompt="1"/>
          </p:nvPr>
        </p:nvSpPr>
        <p:spPr>
          <a:xfrm>
            <a:off x="6500366" y="1112107"/>
            <a:ext cx="4617720" cy="4617720"/>
          </a:xfrm>
          <a:prstGeom prst="ellipse">
            <a:avLst/>
          </a:prstGeom>
          <a:noFill/>
        </p:spPr>
        <p:txBody>
          <a:bodyPr>
            <a:normAutofit/>
          </a:bodyPr>
          <a:lstStyle>
            <a:lvl1pPr marL="0" indent="0" algn="ctr">
              <a:buNone/>
              <a:defRPr sz="2000"/>
            </a:lvl1pPr>
          </a:lstStyle>
          <a:p>
            <a:r>
              <a:rPr lang="en-US" dirty="0"/>
              <a:t>Click icon to add picture </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959CC860-7AD2-181E-8740-F1A23EEF8BDC}"/>
              </a:ext>
              <a:ext uri="{C183D7F6-B498-43B3-948B-1728B52AA6E4}">
                <adec:decorative xmlns:adec="http://schemas.microsoft.com/office/drawing/2017/decorative" xmlns="" val="1"/>
              </a:ext>
            </a:extLst>
          </p:cNvPr>
          <p:cNvSpPr/>
          <p:nvPr userDrawn="1"/>
        </p:nvSpPr>
        <p:spPr>
          <a:xfrm>
            <a:off x="4951533" y="4056446"/>
            <a:ext cx="2496416" cy="2490682"/>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7281C8DE-1CE0-D1C2-FDF9-18B9C3D69E28}"/>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b="41026"/>
          <a:stretch/>
        </p:blipFill>
        <p:spPr>
          <a:xfrm>
            <a:off x="8045068" y="3116724"/>
            <a:ext cx="4328419" cy="3741276"/>
          </a:xfrm>
          <a:prstGeom prst="rect">
            <a:avLst/>
          </a:prstGeom>
        </p:spPr>
      </p:pic>
      <p:sp>
        <p:nvSpPr>
          <p:cNvPr id="16" name="Rounded Rectangle 14">
            <a:extLst>
              <a:ext uri="{FF2B5EF4-FFF2-40B4-BE49-F238E27FC236}">
                <a16:creationId xmlns:a16="http://schemas.microsoft.com/office/drawing/2014/main" id="{F2CFC212-BD96-550A-AC95-A514C6417141}"/>
              </a:ext>
              <a:ext uri="{C183D7F6-B498-43B3-948B-1728B52AA6E4}">
                <adec:decorative xmlns:adec="http://schemas.microsoft.com/office/drawing/2017/decorative" xmlns="" val="1"/>
              </a:ext>
            </a:extLst>
          </p:cNvPr>
          <p:cNvSpPr/>
          <p:nvPr userDrawn="1"/>
        </p:nvSpPr>
        <p:spPr>
          <a:xfrm>
            <a:off x="512510" y="4485800"/>
            <a:ext cx="1387442" cy="1384255"/>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15">
            <a:extLst>
              <a:ext uri="{FF2B5EF4-FFF2-40B4-BE49-F238E27FC236}">
                <a16:creationId xmlns:a16="http://schemas.microsoft.com/office/drawing/2014/main" id="{F99AEEAC-FF4A-0E33-26A8-2D963A6BAC0D}"/>
              </a:ext>
              <a:ext uri="{C183D7F6-B498-43B3-948B-1728B52AA6E4}">
                <adec:decorative xmlns:adec="http://schemas.microsoft.com/office/drawing/2017/decorative" xmlns="" val="1"/>
              </a:ext>
            </a:extLst>
          </p:cNvPr>
          <p:cNvSpPr/>
          <p:nvPr userDrawn="1"/>
        </p:nvSpPr>
        <p:spPr>
          <a:xfrm>
            <a:off x="2862900" y="3712319"/>
            <a:ext cx="3059474" cy="3145681"/>
          </a:xfrm>
          <a:custGeom>
            <a:avLst/>
            <a:gdLst>
              <a:gd name="connsiteX0" fmla="*/ 2216294 w 3059474"/>
              <a:gd name="connsiteY0" fmla="*/ 1963 h 3145681"/>
              <a:gd name="connsiteX1" fmla="*/ 2665245 w 3059474"/>
              <a:gd name="connsiteY1" fmla="*/ 105730 h 3145681"/>
              <a:gd name="connsiteX2" fmla="*/ 2953745 w 3059474"/>
              <a:gd name="connsiteY2" fmla="*/ 1182423 h 3145681"/>
              <a:gd name="connsiteX3" fmla="*/ 1820257 w 3059474"/>
              <a:gd name="connsiteY3" fmla="*/ 3145681 h 3145681"/>
              <a:gd name="connsiteX4" fmla="*/ 0 w 3059474"/>
              <a:gd name="connsiteY4" fmla="*/ 3145681 h 3145681"/>
              <a:gd name="connsiteX5" fmla="*/ 1588552 w 3059474"/>
              <a:gd name="connsiteY5" fmla="*/ 394229 h 3145681"/>
              <a:gd name="connsiteX6" fmla="*/ 2216294 w 3059474"/>
              <a:gd name="connsiteY6" fmla="*/ 1963 h 31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474" h="3145681">
                <a:moveTo>
                  <a:pt x="2216294" y="1963"/>
                </a:moveTo>
                <a:cubicBezTo>
                  <a:pt x="2367730" y="-8739"/>
                  <a:pt x="2523875" y="24110"/>
                  <a:pt x="2665245" y="105730"/>
                </a:cubicBezTo>
                <a:cubicBezTo>
                  <a:pt x="3042233" y="323384"/>
                  <a:pt x="3171399" y="805435"/>
                  <a:pt x="2953745" y="1182423"/>
                </a:cubicBezTo>
                <a:lnTo>
                  <a:pt x="1820257" y="3145681"/>
                </a:lnTo>
                <a:lnTo>
                  <a:pt x="0" y="3145681"/>
                </a:lnTo>
                <a:lnTo>
                  <a:pt x="1588552" y="394229"/>
                </a:lnTo>
                <a:cubicBezTo>
                  <a:pt x="1724586" y="158612"/>
                  <a:pt x="1963900" y="19800"/>
                  <a:pt x="2216294" y="196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6643512" y="34509"/>
            <a:ext cx="4042719" cy="2771343"/>
          </a:xfrm>
        </p:spPr>
        <p:txBody>
          <a:bodyPr anchor="b">
            <a:noAutofit/>
          </a:bodyPr>
          <a:lstStyle>
            <a:lvl1pPr algn="ctr">
              <a:lnSpc>
                <a:spcPct val="100000"/>
              </a:lnSpc>
              <a:defRPr sz="3600" b="1" cap="all" baseline="0"/>
            </a:lvl1pPr>
          </a:lstStyle>
          <a:p>
            <a:endParaRPr lang="en-US" dirty="0"/>
          </a:p>
        </p:txBody>
      </p:sp>
      <p:sp>
        <p:nvSpPr>
          <p:cNvPr id="41" name="Picture Placeholder 40">
            <a:extLst>
              <a:ext uri="{FF2B5EF4-FFF2-40B4-BE49-F238E27FC236}">
                <a16:creationId xmlns:a16="http://schemas.microsoft.com/office/drawing/2014/main" id="{397632CB-D12B-61D5-AE6C-29B888CF5189}"/>
              </a:ext>
            </a:extLst>
          </p:cNvPr>
          <p:cNvSpPr>
            <a:spLocks noGrp="1"/>
          </p:cNvSpPr>
          <p:nvPr>
            <p:ph type="pic" sz="quarter" idx="11" hasCustomPrompt="1"/>
          </p:nvPr>
        </p:nvSpPr>
        <p:spPr>
          <a:xfrm>
            <a:off x="1021742" y="0"/>
            <a:ext cx="5455978" cy="4833388"/>
          </a:xfrm>
          <a:custGeom>
            <a:avLst/>
            <a:gdLst>
              <a:gd name="connsiteX0" fmla="*/ 5053562 w 5455978"/>
              <a:gd name="connsiteY0" fmla="*/ 697005 h 4833388"/>
              <a:gd name="connsiteX1" fmla="*/ 4555554 w 5455978"/>
              <a:gd name="connsiteY1" fmla="*/ 1559581 h 4833388"/>
              <a:gd name="connsiteX2" fmla="*/ 4520518 w 5455978"/>
              <a:gd name="connsiteY2" fmla="*/ 1446747 h 4833388"/>
              <a:gd name="connsiteX3" fmla="*/ 4507691 w 5455978"/>
              <a:gd name="connsiteY3" fmla="*/ 1319547 h 4833388"/>
              <a:gd name="connsiteX4" fmla="*/ 5011792 w 5455978"/>
              <a:gd name="connsiteY4" fmla="*/ 701215 h 4833388"/>
              <a:gd name="connsiteX5" fmla="*/ 1553707 w 5455978"/>
              <a:gd name="connsiteY5" fmla="*/ 0 h 4833388"/>
              <a:gd name="connsiteX6" fmla="*/ 5455978 w 5455978"/>
              <a:gd name="connsiteY6" fmla="*/ 0 h 4833388"/>
              <a:gd name="connsiteX7" fmla="*/ 5100963 w 5455978"/>
              <a:gd name="connsiteY7" fmla="*/ 614906 h 4833388"/>
              <a:gd name="connsiteX8" fmla="*/ 4996209 w 5455978"/>
              <a:gd name="connsiteY8" fmla="*/ 625463 h 4833388"/>
              <a:gd name="connsiteX9" fmla="*/ 4430368 w 5455978"/>
              <a:gd name="connsiteY9" fmla="*/ 1319547 h 4833388"/>
              <a:gd name="connsiteX10" fmla="*/ 4486058 w 5455978"/>
              <a:gd name="connsiteY10" fmla="*/ 1595319 h 4833388"/>
              <a:gd name="connsiteX11" fmla="*/ 4509739 w 5455978"/>
              <a:gd name="connsiteY11" fmla="*/ 1638936 h 4833388"/>
              <a:gd name="connsiteX12" fmla="*/ 3153367 w 5455978"/>
              <a:gd name="connsiteY12" fmla="*/ 3988240 h 4833388"/>
              <a:gd name="connsiteX13" fmla="*/ 845150 w 5455978"/>
              <a:gd name="connsiteY13" fmla="*/ 4606725 h 4833388"/>
              <a:gd name="connsiteX14" fmla="*/ 226664 w 5455978"/>
              <a:gd name="connsiteY14" fmla="*/ 2298507 h 4833388"/>
              <a:gd name="connsiteX15" fmla="*/ 329235 w 5455978"/>
              <a:gd name="connsiteY15" fmla="*/ 2120849 h 4833388"/>
              <a:gd name="connsiteX16" fmla="*/ 371252 w 5455978"/>
              <a:gd name="connsiteY16" fmla="*/ 2229458 h 4833388"/>
              <a:gd name="connsiteX17" fmla="*/ 559552 w 5455978"/>
              <a:gd name="connsiteY17" fmla="*/ 2626762 h 4833388"/>
              <a:gd name="connsiteX18" fmla="*/ 957839 w 5455978"/>
              <a:gd name="connsiteY18" fmla="*/ 2993841 h 4833388"/>
              <a:gd name="connsiteX19" fmla="*/ 995878 w 5455978"/>
              <a:gd name="connsiteY19" fmla="*/ 3008734 h 4833388"/>
              <a:gd name="connsiteX20" fmla="*/ 1019279 w 5455978"/>
              <a:gd name="connsiteY20" fmla="*/ 2937771 h 4833388"/>
              <a:gd name="connsiteX21" fmla="*/ 626913 w 5455978"/>
              <a:gd name="connsiteY21" fmla="*/ 1958089 h 4833388"/>
              <a:gd name="connsiteX22" fmla="*/ 521718 w 5455978"/>
              <a:gd name="connsiteY22" fmla="*/ 1853095 h 4833388"/>
              <a:gd name="connsiteX23" fmla="*/ 497773 w 5455978"/>
              <a:gd name="connsiteY23" fmla="*/ 1828933 h 4833388"/>
              <a:gd name="connsiteX24" fmla="*/ 723060 w 5455978"/>
              <a:gd name="connsiteY24" fmla="*/ 1438724 h 4833388"/>
              <a:gd name="connsiteX25" fmla="*/ 730945 w 5455978"/>
              <a:gd name="connsiteY25" fmla="*/ 1446043 h 4833388"/>
              <a:gd name="connsiteX26" fmla="*/ 813264 w 5455978"/>
              <a:gd name="connsiteY26" fmla="*/ 1496390 h 4833388"/>
              <a:gd name="connsiteX27" fmla="*/ 1064353 w 5455978"/>
              <a:gd name="connsiteY27" fmla="*/ 1518729 h 4833388"/>
              <a:gd name="connsiteX28" fmla="*/ 1103267 w 5455978"/>
              <a:gd name="connsiteY28" fmla="*/ 1237288 h 4833388"/>
              <a:gd name="connsiteX29" fmla="*/ 985448 w 5455978"/>
              <a:gd name="connsiteY29" fmla="*/ 1135252 h 4833388"/>
              <a:gd name="connsiteX30" fmla="*/ 915960 w 5455978"/>
              <a:gd name="connsiteY30" fmla="*/ 1104611 h 483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55978" h="4833388">
                <a:moveTo>
                  <a:pt x="5053562" y="697005"/>
                </a:moveTo>
                <a:lnTo>
                  <a:pt x="4555554" y="1559581"/>
                </a:lnTo>
                <a:lnTo>
                  <a:pt x="4520518" y="1446747"/>
                </a:lnTo>
                <a:cubicBezTo>
                  <a:pt x="4512108" y="1405660"/>
                  <a:pt x="4507691" y="1363119"/>
                  <a:pt x="4507691" y="1319547"/>
                </a:cubicBezTo>
                <a:cubicBezTo>
                  <a:pt x="4507691" y="1014542"/>
                  <a:pt x="4724102" y="760068"/>
                  <a:pt x="5011792" y="701215"/>
                </a:cubicBezTo>
                <a:close/>
                <a:moveTo>
                  <a:pt x="1553707" y="0"/>
                </a:moveTo>
                <a:lnTo>
                  <a:pt x="5455978" y="0"/>
                </a:lnTo>
                <a:lnTo>
                  <a:pt x="5100963" y="614906"/>
                </a:lnTo>
                <a:lnTo>
                  <a:pt x="4996209" y="625463"/>
                </a:lnTo>
                <a:cubicBezTo>
                  <a:pt x="4673284" y="691526"/>
                  <a:pt x="4430368" y="977175"/>
                  <a:pt x="4430368" y="1319547"/>
                </a:cubicBezTo>
                <a:cubicBezTo>
                  <a:pt x="4430368" y="1417368"/>
                  <a:pt x="4450198" y="1510558"/>
                  <a:pt x="4486058" y="1595319"/>
                </a:cubicBezTo>
                <a:lnTo>
                  <a:pt x="4509739" y="1638936"/>
                </a:lnTo>
                <a:lnTo>
                  <a:pt x="3153367" y="3988240"/>
                </a:lnTo>
                <a:cubicBezTo>
                  <a:pt x="2686760" y="4796427"/>
                  <a:pt x="1653336" y="5073332"/>
                  <a:pt x="845150" y="4606725"/>
                </a:cubicBezTo>
                <a:cubicBezTo>
                  <a:pt x="36963" y="4140118"/>
                  <a:pt x="-239943" y="3106694"/>
                  <a:pt x="226664" y="2298507"/>
                </a:cubicBezTo>
                <a:lnTo>
                  <a:pt x="329235" y="2120849"/>
                </a:lnTo>
                <a:lnTo>
                  <a:pt x="371252" y="2229458"/>
                </a:lnTo>
                <a:cubicBezTo>
                  <a:pt x="422650" y="2367223"/>
                  <a:pt x="474920" y="2506739"/>
                  <a:pt x="559552" y="2626762"/>
                </a:cubicBezTo>
                <a:cubicBezTo>
                  <a:pt x="664100" y="2775040"/>
                  <a:pt x="812390" y="2885864"/>
                  <a:pt x="957839" y="2993841"/>
                </a:cubicBezTo>
                <a:cubicBezTo>
                  <a:pt x="968982" y="3002164"/>
                  <a:pt x="982113" y="3010924"/>
                  <a:pt x="995878" y="3008734"/>
                </a:cubicBezTo>
                <a:cubicBezTo>
                  <a:pt x="1023452" y="3004135"/>
                  <a:pt x="1024981" y="2965150"/>
                  <a:pt x="1019279" y="2937771"/>
                </a:cubicBezTo>
                <a:cubicBezTo>
                  <a:pt x="947330" y="2588870"/>
                  <a:pt x="866401" y="2221571"/>
                  <a:pt x="626913" y="1958089"/>
                </a:cubicBezTo>
                <a:cubicBezTo>
                  <a:pt x="593561" y="1921403"/>
                  <a:pt x="557585" y="1887290"/>
                  <a:pt x="521718" y="1853095"/>
                </a:cubicBezTo>
                <a:lnTo>
                  <a:pt x="497773" y="1828933"/>
                </a:lnTo>
                <a:lnTo>
                  <a:pt x="723060" y="1438724"/>
                </a:lnTo>
                <a:lnTo>
                  <a:pt x="730945" y="1446043"/>
                </a:lnTo>
                <a:cubicBezTo>
                  <a:pt x="756833" y="1465071"/>
                  <a:pt x="784718" y="1481607"/>
                  <a:pt x="813264" y="1496390"/>
                </a:cubicBezTo>
                <a:cubicBezTo>
                  <a:pt x="891352" y="1536689"/>
                  <a:pt x="988887" y="1563849"/>
                  <a:pt x="1064353" y="1518729"/>
                </a:cubicBezTo>
                <a:cubicBezTo>
                  <a:pt x="1155333" y="1464192"/>
                  <a:pt x="1162980" y="1324896"/>
                  <a:pt x="1103267" y="1237288"/>
                </a:cubicBezTo>
                <a:cubicBezTo>
                  <a:pt x="1073421" y="1193484"/>
                  <a:pt x="1032143" y="1160466"/>
                  <a:pt x="985448" y="1135252"/>
                </a:cubicBezTo>
                <a:lnTo>
                  <a:pt x="915960" y="1104611"/>
                </a:lnTo>
                <a:close/>
              </a:path>
            </a:pathLst>
          </a:custGeom>
          <a:noFill/>
        </p:spPr>
        <p:txBody>
          <a:bodyPr wrap="square">
            <a:noAutofit/>
          </a:bodyPr>
          <a:lstStyle>
            <a:lvl1pPr marL="0" indent="0" algn="ctr">
              <a:buNone/>
              <a:defRPr sz="1800"/>
            </a:lvl1pPr>
          </a:lstStyle>
          <a:p>
            <a:r>
              <a:rPr lang="en-US" dirty="0"/>
              <a:t>Click to add picture</a:t>
            </a:r>
          </a:p>
        </p:txBody>
      </p:sp>
      <p:sp>
        <p:nvSpPr>
          <p:cNvPr id="15" name="Content Placeholder 2">
            <a:extLst>
              <a:ext uri="{FF2B5EF4-FFF2-40B4-BE49-F238E27FC236}">
                <a16:creationId xmlns:a16="http://schemas.microsoft.com/office/drawing/2014/main" id="{673E1CDE-B1E9-C63B-80D3-45CB15FC2671}"/>
              </a:ext>
            </a:extLst>
          </p:cNvPr>
          <p:cNvSpPr>
            <a:spLocks noGrp="1"/>
          </p:cNvSpPr>
          <p:nvPr>
            <p:ph idx="1" hasCustomPrompt="1"/>
          </p:nvPr>
        </p:nvSpPr>
        <p:spPr>
          <a:xfrm>
            <a:off x="6643512" y="2907616"/>
            <a:ext cx="4042719" cy="3216688"/>
          </a:xfrm>
        </p:spPr>
        <p:txBody>
          <a:bodyPr vert="horz" lIns="91440" tIns="45720" rIns="91440" bIns="45720" rtlCol="0" anchor="t">
            <a:normAutofit/>
          </a:bodyPr>
          <a:lstStyle>
            <a:lvl1pPr marL="0" indent="0" algn="ctr">
              <a:buNone/>
              <a:defRPr sz="2400"/>
            </a:lvl1pPr>
            <a:lvl2pPr marL="0" indent="0" algn="ctr">
              <a:buNone/>
              <a:defRPr sz="2000"/>
            </a:lvl2pPr>
            <a:lvl3pPr marL="0" indent="0" algn="ctr">
              <a:buNone/>
              <a:defRPr sz="1800"/>
            </a:lvl3pPr>
            <a:lvl4pPr marL="0" indent="0" algn="ctr">
              <a:buNone/>
              <a:defRPr sz="1600"/>
            </a:lvl4pPr>
            <a:lvl5pPr marL="0" indent="0" algn="ctr">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ircle: Hollow 3">
            <a:extLst>
              <a:ext uri="{FF2B5EF4-FFF2-40B4-BE49-F238E27FC236}">
                <a16:creationId xmlns:a16="http://schemas.microsoft.com/office/drawing/2014/main" id="{BB9B4C44-DD5A-5344-2D5C-F08BAC8BD011}"/>
              </a:ext>
            </a:extLst>
          </p:cNvPr>
          <p:cNvSpPr/>
          <p:nvPr userDrawn="1"/>
        </p:nvSpPr>
        <p:spPr>
          <a:xfrm>
            <a:off x="5452110" y="613411"/>
            <a:ext cx="1417320" cy="1416956"/>
          </a:xfrm>
          <a:prstGeom prst="donut">
            <a:avLst>
              <a:gd name="adj" fmla="val 545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Freeform: Shape 46">
            <a:extLst>
              <a:ext uri="{FF2B5EF4-FFF2-40B4-BE49-F238E27FC236}">
                <a16:creationId xmlns:a16="http://schemas.microsoft.com/office/drawing/2014/main" id="{7486F694-E877-CFAD-29E0-B4E6CBEFF61F}"/>
              </a:ext>
            </a:extLst>
          </p:cNvPr>
          <p:cNvSpPr/>
          <p:nvPr userDrawn="1"/>
        </p:nvSpPr>
        <p:spPr>
          <a:xfrm rot="10800000" flipH="1">
            <a:off x="0" y="0"/>
            <a:ext cx="2163417" cy="3009075"/>
          </a:xfrm>
          <a:custGeom>
            <a:avLst/>
            <a:gdLst>
              <a:gd name="connsiteX0" fmla="*/ 1493017 w 2163417"/>
              <a:gd name="connsiteY0" fmla="*/ 3009075 h 3009075"/>
              <a:gd name="connsiteX1" fmla="*/ 1872777 w 2163417"/>
              <a:gd name="connsiteY1" fmla="*/ 3009075 h 3009075"/>
              <a:gd name="connsiteX2" fmla="*/ 1913900 w 2163417"/>
              <a:gd name="connsiteY2" fmla="*/ 2952775 h 3009075"/>
              <a:gd name="connsiteX3" fmla="*/ 2084325 w 2163417"/>
              <a:gd name="connsiteY3" fmla="*/ 2522160 h 3009075"/>
              <a:gd name="connsiteX4" fmla="*/ 1761963 w 2163417"/>
              <a:gd name="connsiteY4" fmla="*/ 2620279 h 3009075"/>
              <a:gd name="connsiteX5" fmla="*/ 1555926 w 2163417"/>
              <a:gd name="connsiteY5" fmla="*/ 2902372 h 3009075"/>
              <a:gd name="connsiteX6" fmla="*/ 834010 w 2163417"/>
              <a:gd name="connsiteY6" fmla="*/ 3009075 h 3009075"/>
              <a:gd name="connsiteX7" fmla="*/ 948009 w 2163417"/>
              <a:gd name="connsiteY7" fmla="*/ 3009075 h 3009075"/>
              <a:gd name="connsiteX8" fmla="*/ 989692 w 2163417"/>
              <a:gd name="connsiteY8" fmla="*/ 2797901 h 3009075"/>
              <a:gd name="connsiteX9" fmla="*/ 986849 w 2163417"/>
              <a:gd name="connsiteY9" fmla="*/ 2611518 h 3009075"/>
              <a:gd name="connsiteX10" fmla="*/ 1262642 w 2163417"/>
              <a:gd name="connsiteY10" fmla="*/ 2219239 h 3009075"/>
              <a:gd name="connsiteX11" fmla="*/ 1549153 w 2163417"/>
              <a:gd name="connsiteY11" fmla="*/ 2007013 h 3009075"/>
              <a:gd name="connsiteX12" fmla="*/ 1856876 w 2163417"/>
              <a:gd name="connsiteY12" fmla="*/ 1929045 h 3009075"/>
              <a:gd name="connsiteX13" fmla="*/ 2125008 w 2163417"/>
              <a:gd name="connsiteY13" fmla="*/ 1771787 h 3009075"/>
              <a:gd name="connsiteX14" fmla="*/ 2086094 w 2163417"/>
              <a:gd name="connsiteY14" fmla="*/ 1490346 h 3009075"/>
              <a:gd name="connsiteX15" fmla="*/ 1835005 w 2163417"/>
              <a:gd name="connsiteY15" fmla="*/ 1512685 h 3009075"/>
              <a:gd name="connsiteX16" fmla="*/ 1682345 w 2163417"/>
              <a:gd name="connsiteY16" fmla="*/ 1628328 h 3009075"/>
              <a:gd name="connsiteX17" fmla="*/ 1575831 w 2163417"/>
              <a:gd name="connsiteY17" fmla="*/ 1813181 h 3009075"/>
              <a:gd name="connsiteX18" fmla="*/ 1151755 w 2163417"/>
              <a:gd name="connsiteY18" fmla="*/ 2268518 h 3009075"/>
              <a:gd name="connsiteX19" fmla="*/ 1084611 w 2163417"/>
              <a:gd name="connsiteY19" fmla="*/ 2294800 h 3009075"/>
              <a:gd name="connsiteX20" fmla="*/ 1438920 w 2163417"/>
              <a:gd name="connsiteY20" fmla="*/ 1261465 h 3009075"/>
              <a:gd name="connsiteX21" fmla="*/ 1648654 w 2163417"/>
              <a:gd name="connsiteY21" fmla="*/ 1050986 h 3009075"/>
              <a:gd name="connsiteX22" fmla="*/ 2041020 w 2163417"/>
              <a:gd name="connsiteY22" fmla="*/ 71304 h 3009075"/>
              <a:gd name="connsiteX23" fmla="*/ 2017619 w 2163417"/>
              <a:gd name="connsiteY23" fmla="*/ 341 h 3009075"/>
              <a:gd name="connsiteX24" fmla="*/ 1979580 w 2163417"/>
              <a:gd name="connsiteY24" fmla="*/ 15234 h 3009075"/>
              <a:gd name="connsiteX25" fmla="*/ 1581293 w 2163417"/>
              <a:gd name="connsiteY25" fmla="*/ 382313 h 3009075"/>
              <a:gd name="connsiteX26" fmla="*/ 1392993 w 2163417"/>
              <a:gd name="connsiteY26" fmla="*/ 779617 h 3009075"/>
              <a:gd name="connsiteX27" fmla="*/ 1164880 w 2163417"/>
              <a:gd name="connsiteY27" fmla="*/ 1442374 h 3009075"/>
              <a:gd name="connsiteX28" fmla="*/ 1048527 w 2163417"/>
              <a:gd name="connsiteY28" fmla="*/ 2002632 h 3009075"/>
              <a:gd name="connsiteX29" fmla="*/ 913146 w 2163417"/>
              <a:gd name="connsiteY29" fmla="*/ 2268080 h 3009075"/>
              <a:gd name="connsiteX30" fmla="*/ 856937 w 2163417"/>
              <a:gd name="connsiteY30" fmla="*/ 2219896 h 3009075"/>
              <a:gd name="connsiteX31" fmla="*/ 370747 w 2163417"/>
              <a:gd name="connsiteY31" fmla="*/ 856053 h 3009075"/>
              <a:gd name="connsiteX32" fmla="*/ 110511 w 2163417"/>
              <a:gd name="connsiteY32" fmla="*/ 404268 h 3009075"/>
              <a:gd name="connsiteX33" fmla="*/ 0 w 2163417"/>
              <a:gd name="connsiteY33" fmla="*/ 276682 h 3009075"/>
              <a:gd name="connsiteX34" fmla="*/ 0 w 2163417"/>
              <a:gd name="connsiteY34" fmla="*/ 1089858 h 3009075"/>
              <a:gd name="connsiteX35" fmla="*/ 70976 w 2163417"/>
              <a:gd name="connsiteY35" fmla="*/ 1225338 h 3009075"/>
              <a:gd name="connsiteX36" fmla="*/ 295948 w 2163417"/>
              <a:gd name="connsiteY36" fmla="*/ 1566999 h 3009075"/>
              <a:gd name="connsiteX37" fmla="*/ 514658 w 2163417"/>
              <a:gd name="connsiteY37" fmla="*/ 1845813 h 3009075"/>
              <a:gd name="connsiteX38" fmla="*/ 825662 w 2163417"/>
              <a:gd name="connsiteY38" fmla="*/ 2764392 h 3009075"/>
              <a:gd name="connsiteX39" fmla="*/ 837091 w 2163417"/>
              <a:gd name="connsiteY39" fmla="*/ 2992607 h 3009075"/>
              <a:gd name="connsiteX40" fmla="*/ 496733 w 2163417"/>
              <a:gd name="connsiteY40" fmla="*/ 3009075 h 3009075"/>
              <a:gd name="connsiteX41" fmla="*/ 596226 w 2163417"/>
              <a:gd name="connsiteY41" fmla="*/ 3009075 h 3009075"/>
              <a:gd name="connsiteX42" fmla="*/ 569498 w 2163417"/>
              <a:gd name="connsiteY42" fmla="*/ 2969555 h 3009075"/>
              <a:gd name="connsiteX43" fmla="*/ 434172 w 2163417"/>
              <a:gd name="connsiteY43" fmla="*/ 2684451 h 3009075"/>
              <a:gd name="connsiteX44" fmla="*/ 11408 w 2163417"/>
              <a:gd name="connsiteY44" fmla="*/ 2260195 h 3009075"/>
              <a:gd name="connsiteX45" fmla="*/ 0 w 2163417"/>
              <a:gd name="connsiteY45" fmla="*/ 2259556 h 3009075"/>
              <a:gd name="connsiteX46" fmla="*/ 0 w 2163417"/>
              <a:gd name="connsiteY46" fmla="*/ 2700555 h 3009075"/>
              <a:gd name="connsiteX47" fmla="*/ 95610 w 2163417"/>
              <a:gd name="connsiteY47" fmla="*/ 2774247 h 3009075"/>
              <a:gd name="connsiteX48" fmla="*/ 409240 w 2163417"/>
              <a:gd name="connsiteY48" fmla="*/ 2928873 h 3009075"/>
              <a:gd name="connsiteX49" fmla="*/ 477743 w 2163417"/>
              <a:gd name="connsiteY49" fmla="*/ 2986594 h 300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163417" h="3009075">
                <a:moveTo>
                  <a:pt x="1493017" y="3009075"/>
                </a:moveTo>
                <a:lnTo>
                  <a:pt x="1872777" y="3009075"/>
                </a:lnTo>
                <a:lnTo>
                  <a:pt x="1913900" y="2952775"/>
                </a:lnTo>
                <a:cubicBezTo>
                  <a:pt x="1999195" y="2822759"/>
                  <a:pt x="2058412" y="2675581"/>
                  <a:pt x="2084325" y="2522160"/>
                </a:cubicBezTo>
                <a:cubicBezTo>
                  <a:pt x="1970819" y="2493907"/>
                  <a:pt x="1849447" y="2542748"/>
                  <a:pt x="1761963" y="2620279"/>
                </a:cubicBezTo>
                <a:cubicBezTo>
                  <a:pt x="1674480" y="2697811"/>
                  <a:pt x="1614329" y="2801186"/>
                  <a:pt x="1555926" y="2902372"/>
                </a:cubicBezTo>
                <a:close/>
                <a:moveTo>
                  <a:pt x="834010" y="3009075"/>
                </a:moveTo>
                <a:lnTo>
                  <a:pt x="948009" y="3009075"/>
                </a:lnTo>
                <a:lnTo>
                  <a:pt x="989692" y="2797901"/>
                </a:lnTo>
                <a:cubicBezTo>
                  <a:pt x="1003033" y="2732853"/>
                  <a:pt x="973508" y="2676566"/>
                  <a:pt x="986849" y="2611518"/>
                </a:cubicBezTo>
                <a:cubicBezTo>
                  <a:pt x="1019219" y="2452294"/>
                  <a:pt x="1144102" y="2330521"/>
                  <a:pt x="1262642" y="2219239"/>
                </a:cubicBezTo>
                <a:cubicBezTo>
                  <a:pt x="1349907" y="2137546"/>
                  <a:pt x="1439359" y="2054101"/>
                  <a:pt x="1549153" y="2007013"/>
                </a:cubicBezTo>
                <a:cubicBezTo>
                  <a:pt x="1646469" y="1964964"/>
                  <a:pt x="1753857" y="1954234"/>
                  <a:pt x="1856876" y="1929045"/>
                </a:cubicBezTo>
                <a:cubicBezTo>
                  <a:pt x="1959894" y="1903856"/>
                  <a:pt x="2065316" y="1859396"/>
                  <a:pt x="2125008" y="1771787"/>
                </a:cubicBezTo>
                <a:cubicBezTo>
                  <a:pt x="2184721" y="1684179"/>
                  <a:pt x="2177074" y="1544883"/>
                  <a:pt x="2086094" y="1490346"/>
                </a:cubicBezTo>
                <a:cubicBezTo>
                  <a:pt x="2010628" y="1445226"/>
                  <a:pt x="1913093" y="1472386"/>
                  <a:pt x="1835005" y="1512685"/>
                </a:cubicBezTo>
                <a:cubicBezTo>
                  <a:pt x="1777913" y="1542252"/>
                  <a:pt x="1723465" y="1578828"/>
                  <a:pt x="1682345" y="1628328"/>
                </a:cubicBezTo>
                <a:cubicBezTo>
                  <a:pt x="1636855" y="1683084"/>
                  <a:pt x="1610178" y="1750760"/>
                  <a:pt x="1575831" y="1813181"/>
                </a:cubicBezTo>
                <a:cubicBezTo>
                  <a:pt x="1475445" y="1996281"/>
                  <a:pt x="1311850" y="2134480"/>
                  <a:pt x="1151755" y="2268518"/>
                </a:cubicBezTo>
                <a:cubicBezTo>
                  <a:pt x="1132509" y="2284506"/>
                  <a:pt x="1108669" y="2301808"/>
                  <a:pt x="1084611" y="2294800"/>
                </a:cubicBezTo>
                <a:cubicBezTo>
                  <a:pt x="1133601" y="1928167"/>
                  <a:pt x="1193092" y="1537651"/>
                  <a:pt x="1438920" y="1261465"/>
                </a:cubicBezTo>
                <a:cubicBezTo>
                  <a:pt x="1504751" y="1187438"/>
                  <a:pt x="1581949" y="1124359"/>
                  <a:pt x="1648654" y="1050986"/>
                </a:cubicBezTo>
                <a:cubicBezTo>
                  <a:pt x="1888142" y="787504"/>
                  <a:pt x="1969071" y="420205"/>
                  <a:pt x="2041020" y="71304"/>
                </a:cubicBezTo>
                <a:cubicBezTo>
                  <a:pt x="2046722" y="43925"/>
                  <a:pt x="2045193" y="4940"/>
                  <a:pt x="2017619" y="341"/>
                </a:cubicBezTo>
                <a:cubicBezTo>
                  <a:pt x="2003854" y="-1849"/>
                  <a:pt x="1990723" y="6911"/>
                  <a:pt x="1979580" y="15234"/>
                </a:cubicBezTo>
                <a:cubicBezTo>
                  <a:pt x="1834131" y="123211"/>
                  <a:pt x="1685841" y="234035"/>
                  <a:pt x="1581293" y="382313"/>
                </a:cubicBezTo>
                <a:cubicBezTo>
                  <a:pt x="1496661" y="502336"/>
                  <a:pt x="1444391" y="641852"/>
                  <a:pt x="1392993" y="779617"/>
                </a:cubicBezTo>
                <a:cubicBezTo>
                  <a:pt x="1311634" y="997761"/>
                  <a:pt x="1212341" y="1214372"/>
                  <a:pt x="1164880" y="1442374"/>
                </a:cubicBezTo>
                <a:cubicBezTo>
                  <a:pt x="1126170" y="1629199"/>
                  <a:pt x="1087239" y="1815805"/>
                  <a:pt x="1048527" y="2002632"/>
                </a:cubicBezTo>
                <a:cubicBezTo>
                  <a:pt x="1027749" y="2102723"/>
                  <a:pt x="999756" y="2213764"/>
                  <a:pt x="913146" y="2268080"/>
                </a:cubicBezTo>
                <a:cubicBezTo>
                  <a:pt x="888430" y="2263042"/>
                  <a:pt x="871154" y="2240922"/>
                  <a:pt x="856937" y="2219896"/>
                </a:cubicBezTo>
                <a:cubicBezTo>
                  <a:pt x="584863" y="1819090"/>
                  <a:pt x="556650" y="1303514"/>
                  <a:pt x="370747" y="856053"/>
                </a:cubicBezTo>
                <a:cubicBezTo>
                  <a:pt x="303931" y="695074"/>
                  <a:pt x="216010" y="542963"/>
                  <a:pt x="110511" y="404268"/>
                </a:cubicBezTo>
                <a:lnTo>
                  <a:pt x="0" y="276682"/>
                </a:lnTo>
                <a:lnTo>
                  <a:pt x="0" y="1089858"/>
                </a:lnTo>
                <a:lnTo>
                  <a:pt x="70976" y="1225338"/>
                </a:lnTo>
                <a:cubicBezTo>
                  <a:pt x="137808" y="1344185"/>
                  <a:pt x="212019" y="1458638"/>
                  <a:pt x="295948" y="1566999"/>
                </a:cubicBezTo>
                <a:cubicBezTo>
                  <a:pt x="368560" y="1660302"/>
                  <a:pt x="447732" y="1748567"/>
                  <a:pt x="514658" y="1845813"/>
                </a:cubicBezTo>
                <a:cubicBezTo>
                  <a:pt x="699466" y="2114550"/>
                  <a:pt x="781920" y="2440883"/>
                  <a:pt x="825662" y="2764392"/>
                </a:cubicBezTo>
                <a:cubicBezTo>
                  <a:pt x="835833" y="2838967"/>
                  <a:pt x="843160" y="2917430"/>
                  <a:pt x="837091" y="2992607"/>
                </a:cubicBezTo>
                <a:close/>
                <a:moveTo>
                  <a:pt x="496733" y="3009075"/>
                </a:moveTo>
                <a:lnTo>
                  <a:pt x="596226" y="3009075"/>
                </a:lnTo>
                <a:lnTo>
                  <a:pt x="569498" y="2969555"/>
                </a:lnTo>
                <a:cubicBezTo>
                  <a:pt x="518265" y="2878718"/>
                  <a:pt x="477585" y="2778957"/>
                  <a:pt x="434172" y="2684451"/>
                </a:cubicBezTo>
                <a:cubicBezTo>
                  <a:pt x="347346" y="2495440"/>
                  <a:pt x="215681" y="2297209"/>
                  <a:pt x="11408" y="2260195"/>
                </a:cubicBezTo>
                <a:lnTo>
                  <a:pt x="0" y="2259556"/>
                </a:lnTo>
                <a:lnTo>
                  <a:pt x="0" y="2700555"/>
                </a:lnTo>
                <a:lnTo>
                  <a:pt x="95610" y="2774247"/>
                </a:lnTo>
                <a:cubicBezTo>
                  <a:pt x="194905" y="2835572"/>
                  <a:pt x="313227" y="2862511"/>
                  <a:pt x="409240" y="2928873"/>
                </a:cubicBezTo>
                <a:cubicBezTo>
                  <a:pt x="433954" y="2945956"/>
                  <a:pt x="456727" y="2965366"/>
                  <a:pt x="477743" y="2986594"/>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80882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5A99838A-BAEC-33DF-F234-3BE9E19DB860}"/>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b="18292"/>
          <a:stretch/>
        </p:blipFill>
        <p:spPr>
          <a:xfrm rot="16200000">
            <a:off x="8460658" y="2977669"/>
            <a:ext cx="2975009" cy="4487675"/>
          </a:xfrm>
          <a:prstGeom prst="rect">
            <a:avLst/>
          </a:prstGeom>
        </p:spPr>
      </p:pic>
      <p:pic>
        <p:nvPicPr>
          <p:cNvPr id="14" name="Graphic 13">
            <a:extLst>
              <a:ext uri="{FF2B5EF4-FFF2-40B4-BE49-F238E27FC236}">
                <a16:creationId xmlns:a16="http://schemas.microsoft.com/office/drawing/2014/main" id="{97F68367-2C07-B98F-1312-DE9F52974714}"/>
              </a:ext>
              <a:ext uri="{C183D7F6-B498-43B3-948B-1728B52AA6E4}">
                <adec:decorative xmlns:adec="http://schemas.microsoft.com/office/drawing/2017/decorative" xmlns=""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l="-1939" t="-1" b="50014"/>
          <a:stretch/>
        </p:blipFill>
        <p:spPr>
          <a:xfrm rot="10800000" flipH="1">
            <a:off x="-1118397" y="0"/>
            <a:ext cx="4787698" cy="3440798"/>
          </a:xfrm>
          <a:prstGeom prst="rect">
            <a:avLst/>
          </a:prstGeom>
        </p:spPr>
      </p:pic>
      <p:sp>
        <p:nvSpPr>
          <p:cNvPr id="15" name="Freeform 5">
            <a:extLst>
              <a:ext uri="{FF2B5EF4-FFF2-40B4-BE49-F238E27FC236}">
                <a16:creationId xmlns:a16="http://schemas.microsoft.com/office/drawing/2014/main" id="{EA4CF3B8-63C6-A7E6-1A16-A517CF1537E6}"/>
              </a:ext>
              <a:ext uri="{C183D7F6-B498-43B3-948B-1728B52AA6E4}">
                <adec:decorative xmlns:adec="http://schemas.microsoft.com/office/drawing/2017/decorative" xmlns="" val="1"/>
              </a:ext>
            </a:extLst>
          </p:cNvPr>
          <p:cNvSpPr/>
          <p:nvPr userDrawn="1"/>
        </p:nvSpPr>
        <p:spPr>
          <a:xfrm rot="8100000">
            <a:off x="8942561" y="-1269021"/>
            <a:ext cx="2169988" cy="3494471"/>
          </a:xfrm>
          <a:custGeom>
            <a:avLst/>
            <a:gdLst>
              <a:gd name="connsiteX0" fmla="*/ 2169988 w 2169988"/>
              <a:gd name="connsiteY0" fmla="*/ 3494471 h 3494471"/>
              <a:gd name="connsiteX1" fmla="*/ 0 w 2169988"/>
              <a:gd name="connsiteY1" fmla="*/ 1324484 h 3494471"/>
              <a:gd name="connsiteX2" fmla="*/ 0 w 2169988"/>
              <a:gd name="connsiteY2" fmla="*/ 1084994 h 3494471"/>
              <a:gd name="connsiteX3" fmla="*/ 1084994 w 2169988"/>
              <a:gd name="connsiteY3" fmla="*/ 0 h 3494471"/>
              <a:gd name="connsiteX4" fmla="*/ 2169988 w 2169988"/>
              <a:gd name="connsiteY4" fmla="*/ 1084994 h 3494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988" h="3494471">
                <a:moveTo>
                  <a:pt x="2169988" y="3494471"/>
                </a:moveTo>
                <a:lnTo>
                  <a:pt x="0" y="1324484"/>
                </a:lnTo>
                <a:lnTo>
                  <a:pt x="0" y="1084994"/>
                </a:lnTo>
                <a:cubicBezTo>
                  <a:pt x="0" y="485768"/>
                  <a:pt x="485768" y="0"/>
                  <a:pt x="1084994" y="0"/>
                </a:cubicBezTo>
                <a:cubicBezTo>
                  <a:pt x="1684220" y="0"/>
                  <a:pt x="2169988" y="485768"/>
                  <a:pt x="2169988" y="1084994"/>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6">
            <a:extLst>
              <a:ext uri="{FF2B5EF4-FFF2-40B4-BE49-F238E27FC236}">
                <a16:creationId xmlns:a16="http://schemas.microsoft.com/office/drawing/2014/main" id="{E30E2D33-308E-4256-37BE-DE3B6C51891A}"/>
              </a:ext>
              <a:ext uri="{C183D7F6-B498-43B3-948B-1728B52AA6E4}">
                <adec:decorative xmlns:adec="http://schemas.microsoft.com/office/drawing/2017/decorative" xmlns="" val="1"/>
              </a:ext>
            </a:extLst>
          </p:cNvPr>
          <p:cNvSpPr/>
          <p:nvPr userDrawn="1"/>
        </p:nvSpPr>
        <p:spPr>
          <a:xfrm>
            <a:off x="314795" y="4285476"/>
            <a:ext cx="5195233" cy="2572525"/>
          </a:xfrm>
          <a:custGeom>
            <a:avLst/>
            <a:gdLst>
              <a:gd name="connsiteX0" fmla="*/ 1854535 w 5195233"/>
              <a:gd name="connsiteY0" fmla="*/ 0 h 2572525"/>
              <a:gd name="connsiteX1" fmla="*/ 3165888 w 5195233"/>
              <a:gd name="connsiteY1" fmla="*/ 543180 h 2572525"/>
              <a:gd name="connsiteX2" fmla="*/ 5195233 w 5195233"/>
              <a:gd name="connsiteY2" fmla="*/ 2572525 h 2572525"/>
              <a:gd name="connsiteX3" fmla="*/ 145137 w 5195233"/>
              <a:gd name="connsiteY3" fmla="*/ 2572525 h 2572525"/>
              <a:gd name="connsiteX4" fmla="*/ 135796 w 5195233"/>
              <a:gd name="connsiteY4" fmla="*/ 2552397 h 2572525"/>
              <a:gd name="connsiteX5" fmla="*/ 543181 w 5195233"/>
              <a:gd name="connsiteY5" fmla="*/ 543180 h 2572525"/>
              <a:gd name="connsiteX6" fmla="*/ 1854535 w 5195233"/>
              <a:gd name="connsiteY6" fmla="*/ 0 h 257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5233" h="2572525">
                <a:moveTo>
                  <a:pt x="1854535" y="0"/>
                </a:moveTo>
                <a:cubicBezTo>
                  <a:pt x="2329151" y="0"/>
                  <a:pt x="2803768" y="181060"/>
                  <a:pt x="3165888" y="543180"/>
                </a:cubicBezTo>
                <a:lnTo>
                  <a:pt x="5195233" y="2572525"/>
                </a:lnTo>
                <a:lnTo>
                  <a:pt x="145137" y="2572525"/>
                </a:lnTo>
                <a:lnTo>
                  <a:pt x="135796" y="2552397"/>
                </a:lnTo>
                <a:cubicBezTo>
                  <a:pt x="-135795" y="1882658"/>
                  <a:pt x="0" y="1086361"/>
                  <a:pt x="543181" y="543180"/>
                </a:cubicBezTo>
                <a:cubicBezTo>
                  <a:pt x="905301" y="181060"/>
                  <a:pt x="1379918" y="0"/>
                  <a:pt x="1854535"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1478280"/>
            <a:ext cx="11430000" cy="1941577"/>
          </a:xfrm>
        </p:spPr>
        <p:txBody>
          <a:bodyPr anchor="b">
            <a:noAutofit/>
          </a:bodyPr>
          <a:lstStyle>
            <a:lvl1pPr algn="ctr">
              <a:defRPr sz="5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524000" y="3566161"/>
            <a:ext cx="9144000" cy="2610802"/>
          </a:xfrm>
        </p:spPr>
        <p:txBody>
          <a:bodyPr>
            <a:normAutofit/>
          </a:bodyPr>
          <a:lstStyle>
            <a:lvl1pPr marL="0" indent="0" algn="ctr">
              <a:buNone/>
              <a:defRPr sz="2400"/>
            </a:lvl1pPr>
            <a:lvl2pPr marL="0" indent="0" algn="ctr">
              <a:buNone/>
              <a:defRPr sz="2000"/>
            </a:lvl2pPr>
            <a:lvl3pPr marL="0" indent="0" algn="ctr">
              <a:buNone/>
              <a:defRPr sz="1800"/>
            </a:lvl3pPr>
            <a:lvl4pPr marL="0" indent="0" algn="ctr">
              <a:buNone/>
              <a:defRPr sz="1600"/>
            </a:lvl4pPr>
            <a:lvl5pPr marL="0" indent="0" algn="ctr">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9A771C6-AE2A-169D-1961-6A9B07F65741}"/>
              </a:ext>
            </a:extLst>
          </p:cNvPr>
          <p:cNvSpPr>
            <a:spLocks noGrp="1"/>
          </p:cNvSpPr>
          <p:nvPr>
            <p:ph type="ftr" sz="quarter" idx="10"/>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B668C91C-57D3-9B9E-10DD-14689B45B716}"/>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ounded Rectangle 7">
            <a:extLst>
              <a:ext uri="{FF2B5EF4-FFF2-40B4-BE49-F238E27FC236}">
                <a16:creationId xmlns:a16="http://schemas.microsoft.com/office/drawing/2014/main" id="{59461A55-24E1-7568-7BA9-8A309336924B}"/>
              </a:ext>
              <a:ext uri="{C183D7F6-B498-43B3-948B-1728B52AA6E4}">
                <adec:decorative xmlns:adec="http://schemas.microsoft.com/office/drawing/2017/decorative" xmlns="" val="1"/>
              </a:ext>
            </a:extLst>
          </p:cNvPr>
          <p:cNvSpPr/>
          <p:nvPr userDrawn="1"/>
        </p:nvSpPr>
        <p:spPr>
          <a:xfrm>
            <a:off x="8343414" y="4494073"/>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5">
            <a:extLst>
              <a:ext uri="{FF2B5EF4-FFF2-40B4-BE49-F238E27FC236}">
                <a16:creationId xmlns:a16="http://schemas.microsoft.com/office/drawing/2014/main" id="{4BAAB243-57F0-D7E3-BD79-EDEAFC03E6D4}"/>
              </a:ext>
              <a:ext uri="{C183D7F6-B498-43B3-948B-1728B52AA6E4}">
                <adec:decorative xmlns:adec="http://schemas.microsoft.com/office/drawing/2017/decorative" xmlns="" val="1"/>
              </a:ext>
            </a:extLst>
          </p:cNvPr>
          <p:cNvSpPr/>
          <p:nvPr userDrawn="1"/>
        </p:nvSpPr>
        <p:spPr>
          <a:xfrm>
            <a:off x="1577145" y="459664"/>
            <a:ext cx="1264173" cy="1222535"/>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F49DBD24-5A22-C1C0-861E-4CDC352F5244}"/>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49177" b="21401"/>
          <a:stretch/>
        </p:blipFill>
        <p:spPr>
          <a:xfrm rot="10800000">
            <a:off x="10330906" y="0"/>
            <a:ext cx="1869610" cy="4237825"/>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93410" y="2103121"/>
            <a:ext cx="9805181" cy="395117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0099172E-C881-44E9-5467-BA33ECCD7A62}"/>
              </a:ext>
            </a:extLst>
          </p:cNvPr>
          <p:cNvSpPr>
            <a:spLocks noGrp="1"/>
          </p:cNvSpPr>
          <p:nvPr>
            <p:ph type="ftr" sz="quarter" idx="10"/>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7FDF938C-5CEB-5C7A-0721-D88C7A8A453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55719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Picture 1">
    <p:spTree>
      <p:nvGrpSpPr>
        <p:cNvPr id="1" name=""/>
        <p:cNvGrpSpPr/>
        <p:nvPr/>
      </p:nvGrpSpPr>
      <p:grpSpPr>
        <a:xfrm>
          <a:off x="0" y="0"/>
          <a:ext cx="0" cy="0"/>
          <a:chOff x="0" y="0"/>
          <a:chExt cx="0" cy="0"/>
        </a:xfrm>
      </p:grpSpPr>
      <p:sp>
        <p:nvSpPr>
          <p:cNvPr id="7" name="Freeform 3">
            <a:extLst>
              <a:ext uri="{FF2B5EF4-FFF2-40B4-BE49-F238E27FC236}">
                <a16:creationId xmlns:a16="http://schemas.microsoft.com/office/drawing/2014/main" id="{118CD2E6-847D-7319-53AD-33D7B5F46585}"/>
              </a:ext>
              <a:ext uri="{C183D7F6-B498-43B3-948B-1728B52AA6E4}">
                <adec:decorative xmlns:adec="http://schemas.microsoft.com/office/drawing/2017/decorative" xmlns="" val="1"/>
              </a:ext>
            </a:extLst>
          </p:cNvPr>
          <p:cNvSpPr/>
          <p:nvPr userDrawn="1"/>
        </p:nvSpPr>
        <p:spPr>
          <a:xfrm>
            <a:off x="2535937" y="0"/>
            <a:ext cx="7498230" cy="6858000"/>
          </a:xfrm>
          <a:custGeom>
            <a:avLst/>
            <a:gdLst>
              <a:gd name="connsiteX0" fmla="*/ 3959468 w 7498230"/>
              <a:gd name="connsiteY0" fmla="*/ 0 h 6858000"/>
              <a:gd name="connsiteX1" fmla="*/ 7498230 w 7498230"/>
              <a:gd name="connsiteY1" fmla="*/ 0 h 6858000"/>
              <a:gd name="connsiteX2" fmla="*/ 3538762 w 7498230"/>
              <a:gd name="connsiteY2" fmla="*/ 6858000 h 6858000"/>
              <a:gd name="connsiteX3" fmla="*/ 0 w 74982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230" h="6858000">
                <a:moveTo>
                  <a:pt x="3959468" y="0"/>
                </a:moveTo>
                <a:lnTo>
                  <a:pt x="7498230" y="0"/>
                </a:lnTo>
                <a:lnTo>
                  <a:pt x="3538762" y="6858000"/>
                </a:lnTo>
                <a:lnTo>
                  <a:pt x="0" y="685800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8" name="Graphic 7">
            <a:extLst>
              <a:ext uri="{FF2B5EF4-FFF2-40B4-BE49-F238E27FC236}">
                <a16:creationId xmlns:a16="http://schemas.microsoft.com/office/drawing/2014/main" id="{2ABDF0DF-C2C4-90E3-5019-F4F9496B0BAE}"/>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43700" b="63293"/>
          <a:stretch/>
        </p:blipFill>
        <p:spPr>
          <a:xfrm rot="5400000">
            <a:off x="-439665" y="431782"/>
            <a:ext cx="3388135" cy="2524571"/>
          </a:xfrm>
          <a:prstGeom prst="rect">
            <a:avLst/>
          </a:prstGeom>
        </p:spPr>
      </p:pic>
      <p:pic>
        <p:nvPicPr>
          <p:cNvPr id="10" name="Graphic 9">
            <a:extLst>
              <a:ext uri="{FF2B5EF4-FFF2-40B4-BE49-F238E27FC236}">
                <a16:creationId xmlns:a16="http://schemas.microsoft.com/office/drawing/2014/main" id="{906063E2-8FA6-3FA8-50F0-710C2DABE183}"/>
              </a:ext>
              <a:ext uri="{C183D7F6-B498-43B3-948B-1728B52AA6E4}">
                <adec:decorative xmlns:adec="http://schemas.microsoft.com/office/drawing/2017/decorative" xmlns=""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l="39907" b="26473"/>
          <a:stretch/>
        </p:blipFill>
        <p:spPr>
          <a:xfrm flipH="1">
            <a:off x="9858702" y="2673752"/>
            <a:ext cx="2333297" cy="4184248"/>
          </a:xfrm>
          <a:prstGeom prst="rect">
            <a:avLst/>
          </a:prstGeom>
        </p:spPr>
      </p:pic>
      <p:sp>
        <p:nvSpPr>
          <p:cNvPr id="11" name="Rounded Rectangle 7">
            <a:extLst>
              <a:ext uri="{FF2B5EF4-FFF2-40B4-BE49-F238E27FC236}">
                <a16:creationId xmlns:a16="http://schemas.microsoft.com/office/drawing/2014/main" id="{6DA7FCDE-54E0-5546-8AC9-AC281A4748AE}"/>
              </a:ext>
              <a:ext uri="{C183D7F6-B498-43B3-948B-1728B52AA6E4}">
                <adec:decorative xmlns:adec="http://schemas.microsoft.com/office/drawing/2017/decorative" xmlns="" val="1"/>
              </a:ext>
            </a:extLst>
          </p:cNvPr>
          <p:cNvSpPr/>
          <p:nvPr userDrawn="1"/>
        </p:nvSpPr>
        <p:spPr>
          <a:xfrm>
            <a:off x="11234253" y="909530"/>
            <a:ext cx="664855" cy="663328"/>
          </a:xfrm>
          <a:prstGeom prst="roundRect">
            <a:avLst>
              <a:gd name="adj" fmla="val 50000"/>
            </a:avLst>
          </a:prstGeom>
          <a:noFill/>
          <a:ln w="76200">
            <a:solidFill>
              <a:schemeClr val="bg1">
                <a:alpha val="68642"/>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092176" y="1188720"/>
            <a:ext cx="5815519" cy="3685032"/>
          </a:xfrm>
        </p:spPr>
        <p:txBody>
          <a:bodyPr anchor="b">
            <a:noAutofit/>
          </a:bodyPr>
          <a:lstStyle>
            <a:lvl1pPr algn="l">
              <a:defRPr sz="5400"/>
            </a:lvl1p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3307" y="4896517"/>
            <a:ext cx="5814388" cy="1641443"/>
          </a:xfrm>
        </p:spPr>
        <p:txBody>
          <a:bodyPr>
            <a:normAutofit/>
          </a:bodyPr>
          <a:lstStyle>
            <a:lvl1pPr marL="0" indent="0" algn="l">
              <a:lnSpc>
                <a:spcPct val="100000"/>
              </a:lnSpc>
              <a:spcBef>
                <a:spcPts val="1000"/>
              </a:spcBef>
              <a:spcAft>
                <a:spcPts val="800"/>
              </a:spcAft>
              <a:buFont typeface="Arial" panose="020B0604020202020204" pitchFamily="34" charset="0"/>
              <a:buNone/>
              <a:defRPr sz="2400"/>
            </a:lvl1pPr>
            <a:lvl2pPr marL="800100" indent="-342900" algn="l">
              <a:lnSpc>
                <a:spcPct val="100000"/>
              </a:lnSpc>
              <a:spcBef>
                <a:spcPts val="1000"/>
              </a:spcBef>
              <a:spcAft>
                <a:spcPts val="800"/>
              </a:spcAft>
              <a:buFont typeface="Arial" panose="020B0604020202020204" pitchFamily="34" charset="0"/>
              <a:buChar char="•"/>
              <a:defRPr sz="2000"/>
            </a:lvl2pPr>
            <a:lvl3pPr marL="914400" indent="0" algn="l">
              <a:lnSpc>
                <a:spcPct val="100000"/>
              </a:lnSpc>
              <a:spcBef>
                <a:spcPts val="1000"/>
              </a:spcBef>
              <a:spcAft>
                <a:spcPts val="800"/>
              </a:spcAft>
              <a:buFont typeface="Arial" panose="020B0604020202020204" pitchFamily="34" charset="0"/>
              <a:buNone/>
              <a:defRPr sz="1800"/>
            </a:lvl3pPr>
            <a:lvl4pPr marL="1371600" indent="0" algn="l">
              <a:lnSpc>
                <a:spcPct val="100000"/>
              </a:lnSpc>
              <a:spcBef>
                <a:spcPts val="1000"/>
              </a:spcBef>
              <a:spcAft>
                <a:spcPts val="800"/>
              </a:spcAft>
              <a:buNone/>
              <a:defRPr sz="1200"/>
            </a:lvl4pPr>
            <a:lvl5pPr marL="1828800" indent="0" algn="l">
              <a:lnSpc>
                <a:spcPct val="100000"/>
              </a:lnSpc>
              <a:spcBef>
                <a:spcPts val="1000"/>
              </a:spcBef>
              <a:spcAft>
                <a:spcPts val="800"/>
              </a:spcAft>
              <a:buNone/>
              <a:defRPr sz="1200"/>
            </a:lvl5pPr>
          </a:lstStyle>
          <a:p>
            <a:pPr lvl="0"/>
            <a:r>
              <a:rPr lang="en-US" dirty="0"/>
              <a:t>Click to add content</a:t>
            </a:r>
          </a:p>
          <a:p>
            <a:pPr lvl="1"/>
            <a:r>
              <a:rPr lang="en-US" dirty="0"/>
              <a:t>Second level</a:t>
            </a:r>
          </a:p>
          <a:p>
            <a:pPr lvl="2"/>
            <a:endParaRPr lang="en-US" dirty="0"/>
          </a:p>
        </p:txBody>
      </p:sp>
      <p:sp>
        <p:nvSpPr>
          <p:cNvPr id="31" name="Picture Placeholder 30">
            <a:extLst>
              <a:ext uri="{FF2B5EF4-FFF2-40B4-BE49-F238E27FC236}">
                <a16:creationId xmlns:a16="http://schemas.microsoft.com/office/drawing/2014/main" id="{4BE4E254-2D24-97F7-EBB1-212D2F9D9A59}"/>
              </a:ext>
              <a:ext uri="{C183D7F6-B498-43B3-948B-1728B52AA6E4}">
                <adec:decorative xmlns:adec="http://schemas.microsoft.com/office/drawing/2017/decorative" xmlns="" val="0"/>
              </a:ext>
            </a:extLst>
          </p:cNvPr>
          <p:cNvSpPr>
            <a:spLocks noGrp="1"/>
          </p:cNvSpPr>
          <p:nvPr>
            <p:ph type="pic" sz="quarter" idx="10" hasCustomPrompt="1"/>
          </p:nvPr>
        </p:nvSpPr>
        <p:spPr>
          <a:xfrm>
            <a:off x="5627906" y="1709738"/>
            <a:ext cx="5829158" cy="5148262"/>
          </a:xfrm>
          <a:custGeom>
            <a:avLst/>
            <a:gdLst>
              <a:gd name="connsiteX0" fmla="*/ 4066426 w 5829158"/>
              <a:gd name="connsiteY0" fmla="*/ 610 h 5148262"/>
              <a:gd name="connsiteX1" fmla="*/ 4923324 w 5829158"/>
              <a:gd name="connsiteY1" fmla="*/ 242939 h 5148262"/>
              <a:gd name="connsiteX2" fmla="*/ 5586219 w 5829158"/>
              <a:gd name="connsiteY2" fmla="*/ 2716897 h 5148262"/>
              <a:gd name="connsiteX3" fmla="*/ 4182471 w 5829158"/>
              <a:gd name="connsiteY3" fmla="*/ 5148262 h 5148262"/>
              <a:gd name="connsiteX4" fmla="*/ 0 w 5829158"/>
              <a:gd name="connsiteY4" fmla="*/ 5148262 h 5148262"/>
              <a:gd name="connsiteX5" fmla="*/ 2449366 w 5829158"/>
              <a:gd name="connsiteY5" fmla="*/ 905835 h 5148262"/>
              <a:gd name="connsiteX6" fmla="*/ 4066426 w 5829158"/>
              <a:gd name="connsiteY6" fmla="*/ 610 h 514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9158" h="5148262">
                <a:moveTo>
                  <a:pt x="4066426" y="610"/>
                </a:moveTo>
                <a:cubicBezTo>
                  <a:pt x="4358363" y="8192"/>
                  <a:pt x="4652631" y="86654"/>
                  <a:pt x="4923324" y="242939"/>
                </a:cubicBezTo>
                <a:cubicBezTo>
                  <a:pt x="5789542" y="743051"/>
                  <a:pt x="6086331" y="1850680"/>
                  <a:pt x="5586219" y="2716897"/>
                </a:cubicBezTo>
                <a:lnTo>
                  <a:pt x="4182471" y="5148262"/>
                </a:lnTo>
                <a:lnTo>
                  <a:pt x="0" y="5148262"/>
                </a:lnTo>
                <a:lnTo>
                  <a:pt x="2449366" y="905835"/>
                </a:lnTo>
                <a:cubicBezTo>
                  <a:pt x="2793193" y="310309"/>
                  <a:pt x="3424167" y="-16071"/>
                  <a:pt x="4066426" y="610"/>
                </a:cubicBezTo>
                <a:close/>
              </a:path>
            </a:pathLst>
          </a:custGeom>
        </p:spPr>
        <p:txBody>
          <a:bodyPr wrap="square" lIns="2194560" tIns="1005840">
            <a:noAutofit/>
          </a:bodyPr>
          <a:lstStyle>
            <a:lvl1pPr marL="0" indent="0" algn="ctr">
              <a:buNone/>
              <a:defRPr sz="1800"/>
            </a:lvl1pPr>
          </a:lstStyle>
          <a:p>
            <a:r>
              <a:rPr lang="en-US" dirty="0"/>
              <a:t>Click icon to add picture </a:t>
            </a:r>
          </a:p>
        </p:txBody>
      </p:sp>
      <p:sp>
        <p:nvSpPr>
          <p:cNvPr id="4" name="Footer Placeholder 3">
            <a:extLst>
              <a:ext uri="{FF2B5EF4-FFF2-40B4-BE49-F238E27FC236}">
                <a16:creationId xmlns:a16="http://schemas.microsoft.com/office/drawing/2014/main" id="{DD95610F-FEC3-8E4A-0EA8-EE29C1F2D287}"/>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7B67399D-ED8C-5779-C0DF-EDCB9294E114}"/>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4275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E27CF34-9469-9733-919F-E9312CF54519}"/>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898" b="63293"/>
          <a:stretch/>
        </p:blipFill>
        <p:spPr>
          <a:xfrm rot="5400000" flipV="1">
            <a:off x="8338916" y="2372297"/>
            <a:ext cx="5181600" cy="2524571"/>
          </a:xfrm>
          <a:prstGeom prst="rect">
            <a:avLst/>
          </a:prstGeom>
        </p:spPr>
      </p:pic>
      <p:sp>
        <p:nvSpPr>
          <p:cNvPr id="8" name="Rounded Rectangle 10">
            <a:extLst>
              <a:ext uri="{FF2B5EF4-FFF2-40B4-BE49-F238E27FC236}">
                <a16:creationId xmlns:a16="http://schemas.microsoft.com/office/drawing/2014/main" id="{4D009256-DF45-9756-82A0-864EE4B56F1A}"/>
              </a:ext>
              <a:ext uri="{C183D7F6-B498-43B3-948B-1728B52AA6E4}">
                <adec:decorative xmlns:adec="http://schemas.microsoft.com/office/drawing/2017/decorative" xmlns="" val="1"/>
              </a:ext>
            </a:extLst>
          </p:cNvPr>
          <p:cNvSpPr/>
          <p:nvPr userDrawn="1"/>
        </p:nvSpPr>
        <p:spPr>
          <a:xfrm>
            <a:off x="1988182" y="4494073"/>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6" y="2148841"/>
            <a:ext cx="9805181" cy="1563623"/>
          </a:xfrm>
        </p:spPr>
        <p:txBody>
          <a:bodyPr>
            <a:normAutofit/>
          </a:bodyPr>
          <a:lstStyle>
            <a:lvl1pPr marL="228600" indent="-228600" algn="l">
              <a:lnSpc>
                <a:spcPct val="100000"/>
              </a:lnSpc>
              <a:spcBef>
                <a:spcPts val="1000"/>
              </a:spcBef>
              <a:spcAft>
                <a:spcPts val="800"/>
              </a:spcAft>
              <a:buFont typeface="Arial" panose="020B0604020202020204" pitchFamily="34" charset="0"/>
              <a:buChar char="•"/>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7A9B7174-F745-1118-0FC3-785D2D913E0A}"/>
              </a:ext>
            </a:extLst>
          </p:cNvPr>
          <p:cNvSpPr>
            <a:spLocks noGrp="1"/>
          </p:cNvSpPr>
          <p:nvPr>
            <p:ph sz="quarter" idx="10" hasCustomPrompt="1"/>
          </p:nvPr>
        </p:nvSpPr>
        <p:spPr>
          <a:xfrm>
            <a:off x="1198563" y="3843338"/>
            <a:ext cx="9699625" cy="1982787"/>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9008BE64-1ED0-01C3-D968-D9BD086534DE}"/>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89C90BF0-A318-491B-96D3-12A05A22DB19}"/>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0714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Picture 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F43DDC4-8BB2-AA02-91FD-EAE7DEAA2DD1}"/>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22486" b="42766"/>
          <a:stretch/>
        </p:blipFill>
        <p:spPr>
          <a:xfrm rot="10800000" flipH="1">
            <a:off x="0" y="16066"/>
            <a:ext cx="2354118" cy="3209000"/>
          </a:xfrm>
          <a:prstGeom prst="rect">
            <a:avLst/>
          </a:prstGeom>
        </p:spPr>
      </p:pic>
      <p:pic>
        <p:nvPicPr>
          <p:cNvPr id="8" name="Graphic 7">
            <a:extLst>
              <a:ext uri="{FF2B5EF4-FFF2-40B4-BE49-F238E27FC236}">
                <a16:creationId xmlns:a16="http://schemas.microsoft.com/office/drawing/2014/main" id="{32E19359-DD62-C6C3-FEF4-EEA0F835B8C9}"/>
              </a:ext>
              <a:ext uri="{C183D7F6-B498-43B3-948B-1728B52AA6E4}">
                <adec:decorative xmlns:adec="http://schemas.microsoft.com/office/drawing/2017/decorative" xmlns=""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b="41026"/>
          <a:stretch/>
        </p:blipFill>
        <p:spPr>
          <a:xfrm>
            <a:off x="8045068" y="3116724"/>
            <a:ext cx="4328419" cy="3741276"/>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5" name="Picture Placeholder 4">
            <a:extLst>
              <a:ext uri="{FF2B5EF4-FFF2-40B4-BE49-F238E27FC236}">
                <a16:creationId xmlns:a16="http://schemas.microsoft.com/office/drawing/2014/main" id="{0AFD7DD8-34E5-E7A6-C7E1-DF8BA895A4FF}"/>
              </a:ext>
            </a:extLst>
          </p:cNvPr>
          <p:cNvSpPr>
            <a:spLocks noGrp="1"/>
          </p:cNvSpPr>
          <p:nvPr>
            <p:ph type="pic" sz="quarter" idx="10" hasCustomPrompt="1"/>
          </p:nvPr>
        </p:nvSpPr>
        <p:spPr>
          <a:xfrm>
            <a:off x="452402" y="1709738"/>
            <a:ext cx="5829158" cy="5148262"/>
          </a:xfrm>
          <a:custGeom>
            <a:avLst/>
            <a:gdLst>
              <a:gd name="connsiteX0" fmla="*/ 4066426 w 5829158"/>
              <a:gd name="connsiteY0" fmla="*/ 610 h 5148262"/>
              <a:gd name="connsiteX1" fmla="*/ 4923324 w 5829158"/>
              <a:gd name="connsiteY1" fmla="*/ 242939 h 5148262"/>
              <a:gd name="connsiteX2" fmla="*/ 5586219 w 5829158"/>
              <a:gd name="connsiteY2" fmla="*/ 2716897 h 5148262"/>
              <a:gd name="connsiteX3" fmla="*/ 5535066 w 5829158"/>
              <a:gd name="connsiteY3" fmla="*/ 2805497 h 5148262"/>
              <a:gd name="connsiteX4" fmla="*/ 5509490 w 5829158"/>
              <a:gd name="connsiteY4" fmla="*/ 2815395 h 5148262"/>
              <a:gd name="connsiteX5" fmla="*/ 5155416 w 5829158"/>
              <a:gd name="connsiteY5" fmla="*/ 3137832 h 5148262"/>
              <a:gd name="connsiteX6" fmla="*/ 3994693 w 5829158"/>
              <a:gd name="connsiteY6" fmla="*/ 5148262 h 5148262"/>
              <a:gd name="connsiteX7" fmla="*/ 0 w 5829158"/>
              <a:gd name="connsiteY7" fmla="*/ 5148262 h 5148262"/>
              <a:gd name="connsiteX8" fmla="*/ 2449366 w 5829158"/>
              <a:gd name="connsiteY8" fmla="*/ 905835 h 5148262"/>
              <a:gd name="connsiteX9" fmla="*/ 4066426 w 5829158"/>
              <a:gd name="connsiteY9" fmla="*/ 610 h 514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29158" h="5148262">
                <a:moveTo>
                  <a:pt x="4066426" y="610"/>
                </a:moveTo>
                <a:cubicBezTo>
                  <a:pt x="4358363" y="8192"/>
                  <a:pt x="4652631" y="86654"/>
                  <a:pt x="4923324" y="242939"/>
                </a:cubicBezTo>
                <a:cubicBezTo>
                  <a:pt x="5789542" y="743051"/>
                  <a:pt x="6086331" y="1850680"/>
                  <a:pt x="5586219" y="2716897"/>
                </a:cubicBezTo>
                <a:lnTo>
                  <a:pt x="5535066" y="2805497"/>
                </a:lnTo>
                <a:lnTo>
                  <a:pt x="5509490" y="2815395"/>
                </a:lnTo>
                <a:cubicBezTo>
                  <a:pt x="5365803" y="2881125"/>
                  <a:pt x="5240438" y="2990572"/>
                  <a:pt x="5155416" y="3137832"/>
                </a:cubicBezTo>
                <a:lnTo>
                  <a:pt x="3994693" y="5148262"/>
                </a:lnTo>
                <a:lnTo>
                  <a:pt x="0" y="5148262"/>
                </a:lnTo>
                <a:lnTo>
                  <a:pt x="2449366" y="905835"/>
                </a:lnTo>
                <a:cubicBezTo>
                  <a:pt x="2793193" y="310309"/>
                  <a:pt x="3424167" y="-16071"/>
                  <a:pt x="4066426" y="610"/>
                </a:cubicBezTo>
                <a:close/>
              </a:path>
            </a:pathLst>
          </a:custGeom>
          <a:noFill/>
        </p:spPr>
        <p:txBody>
          <a:bodyPr wrap="square" lIns="2194560" tIns="1005840">
            <a:noAutofit/>
          </a:bodyPr>
          <a:lstStyle>
            <a:lvl1pPr marL="0" indent="0" algn="ctr">
              <a:buNone/>
              <a:defRPr sz="18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7022928" y="2162976"/>
            <a:ext cx="4090549" cy="4438991"/>
          </a:xfrm>
        </p:spPr>
        <p:txBody>
          <a:bodyPr>
            <a:normAutofit/>
          </a:bodyPr>
          <a:lstStyle>
            <a:lvl1pPr marL="228600" indent="-228600" algn="l">
              <a:lnSpc>
                <a:spcPct val="100000"/>
              </a:lnSpc>
              <a:spcBef>
                <a:spcPts val="1000"/>
              </a:spcBef>
              <a:spcAft>
                <a:spcPts val="800"/>
              </a:spcAft>
              <a:buFont typeface="Arial" panose="020B0604020202020204" pitchFamily="34" charset="0"/>
              <a:buChar char="•"/>
              <a:defRPr sz="1800"/>
            </a:lvl1pPr>
            <a:lvl2pPr marL="742950" indent="-228600" algn="l">
              <a:lnSpc>
                <a:spcPct val="100000"/>
              </a:lnSpc>
              <a:spcBef>
                <a:spcPts val="1000"/>
              </a:spcBef>
              <a:spcAft>
                <a:spcPts val="800"/>
              </a:spcAft>
              <a:buFont typeface="Arial" panose="020B0604020202020204" pitchFamily="34" charset="0"/>
              <a:buChar char="•"/>
              <a:defRPr sz="1600"/>
            </a:lvl2pPr>
            <a:lvl3pPr marL="1200150" indent="-228600" algn="l">
              <a:lnSpc>
                <a:spcPct val="100000"/>
              </a:lnSpc>
              <a:spcBef>
                <a:spcPts val="1000"/>
              </a:spcBef>
              <a:spcAft>
                <a:spcPts val="800"/>
              </a:spcAft>
              <a:buFont typeface="Arial" panose="020B0604020202020204" pitchFamily="34" charset="0"/>
              <a:buChar char="•"/>
              <a:defRPr sz="1400"/>
            </a:lvl3pPr>
            <a:lvl4pPr marL="1543050" indent="-228600" algn="l">
              <a:lnSpc>
                <a:spcPct val="100000"/>
              </a:lnSpc>
              <a:spcBef>
                <a:spcPts val="1000"/>
              </a:spcBef>
              <a:spcAft>
                <a:spcPts val="800"/>
              </a:spcAft>
              <a:buFont typeface="Arial" panose="020B0604020202020204" pitchFamily="34" charset="0"/>
              <a:buChar char="•"/>
              <a:defRPr sz="1200"/>
            </a:lvl4pPr>
            <a:lvl5pPr marL="2000250" indent="-22860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reeform 14">
            <a:extLst>
              <a:ext uri="{FF2B5EF4-FFF2-40B4-BE49-F238E27FC236}">
                <a16:creationId xmlns:a16="http://schemas.microsoft.com/office/drawing/2014/main" id="{439C7FB7-7536-309C-3DB4-92ECAE60965B}"/>
              </a:ext>
              <a:ext uri="{C183D7F6-B498-43B3-948B-1728B52AA6E4}">
                <adec:decorative xmlns:adec="http://schemas.microsoft.com/office/drawing/2017/decorative" xmlns="" val="1"/>
              </a:ext>
            </a:extLst>
          </p:cNvPr>
          <p:cNvSpPr/>
          <p:nvPr userDrawn="1"/>
        </p:nvSpPr>
        <p:spPr>
          <a:xfrm>
            <a:off x="4447095" y="4453341"/>
            <a:ext cx="2631645" cy="2404659"/>
          </a:xfrm>
          <a:custGeom>
            <a:avLst/>
            <a:gdLst>
              <a:gd name="connsiteX0" fmla="*/ 1788465 w 2631645"/>
              <a:gd name="connsiteY0" fmla="*/ 1963 h 2404659"/>
              <a:gd name="connsiteX1" fmla="*/ 2237416 w 2631645"/>
              <a:gd name="connsiteY1" fmla="*/ 105730 h 2404659"/>
              <a:gd name="connsiteX2" fmla="*/ 2525916 w 2631645"/>
              <a:gd name="connsiteY2" fmla="*/ 1182423 h 2404659"/>
              <a:gd name="connsiteX3" fmla="*/ 1820258 w 2631645"/>
              <a:gd name="connsiteY3" fmla="*/ 2404659 h 2404659"/>
              <a:gd name="connsiteX4" fmla="*/ 0 w 2631645"/>
              <a:gd name="connsiteY4" fmla="*/ 2404659 h 2404659"/>
              <a:gd name="connsiteX5" fmla="*/ 1160723 w 2631645"/>
              <a:gd name="connsiteY5" fmla="*/ 394229 h 2404659"/>
              <a:gd name="connsiteX6" fmla="*/ 1788465 w 2631645"/>
              <a:gd name="connsiteY6" fmla="*/ 1963 h 240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645" h="2404659">
                <a:moveTo>
                  <a:pt x="1788465" y="1963"/>
                </a:moveTo>
                <a:cubicBezTo>
                  <a:pt x="1939901" y="-8739"/>
                  <a:pt x="2096046" y="24110"/>
                  <a:pt x="2237416" y="105730"/>
                </a:cubicBezTo>
                <a:cubicBezTo>
                  <a:pt x="2614404" y="323384"/>
                  <a:pt x="2743570" y="805435"/>
                  <a:pt x="2525916" y="1182423"/>
                </a:cubicBezTo>
                <a:lnTo>
                  <a:pt x="1820258" y="2404659"/>
                </a:lnTo>
                <a:lnTo>
                  <a:pt x="0" y="2404659"/>
                </a:lnTo>
                <a:lnTo>
                  <a:pt x="1160723" y="394229"/>
                </a:lnTo>
                <a:cubicBezTo>
                  <a:pt x="1296757" y="158612"/>
                  <a:pt x="1536071" y="19800"/>
                  <a:pt x="1788465" y="196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63188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1">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75CECFB8-0CE3-408B-9CC5-1A38ADFC8D17}"/>
              </a:ext>
              <a:ext uri="{C183D7F6-B498-43B3-948B-1728B52AA6E4}">
                <adec:decorative xmlns:adec="http://schemas.microsoft.com/office/drawing/2017/decorative" xmlns="" val="1"/>
              </a:ext>
            </a:extLst>
          </p:cNvPr>
          <p:cNvSpPr/>
          <p:nvPr userDrawn="1"/>
        </p:nvSpPr>
        <p:spPr>
          <a:xfrm>
            <a:off x="1779105" y="3006726"/>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2B44AE87-6B2D-BEFC-BB5E-B20A5A75A581}"/>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898" b="63293"/>
          <a:stretch/>
        </p:blipFill>
        <p:spPr>
          <a:xfrm>
            <a:off x="5893135" y="4333429"/>
            <a:ext cx="5181600" cy="2524571"/>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6" y="2154034"/>
            <a:ext cx="4714785" cy="398834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F92E9A95-2BF4-99BE-F73A-A74D783CE446}"/>
              </a:ext>
            </a:extLst>
          </p:cNvPr>
          <p:cNvSpPr>
            <a:spLocks noGrp="1"/>
          </p:cNvSpPr>
          <p:nvPr>
            <p:ph idx="10" hasCustomPrompt="1"/>
          </p:nvPr>
        </p:nvSpPr>
        <p:spPr>
          <a:xfrm>
            <a:off x="6425417" y="2154033"/>
            <a:ext cx="4714785" cy="398834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CAAC286E-C3C5-BAF8-4E8F-9FEA0BB0195D}"/>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4C561ED0-675C-92F8-9C64-A3276393E5F2}"/>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5822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7" y="2154034"/>
            <a:ext cx="2977342" cy="3988349"/>
          </a:xfrm>
        </p:spPr>
        <p:txBody>
          <a:bodyPr>
            <a:normAutofit/>
          </a:bodyPr>
          <a:lstStyle>
            <a:lvl1pPr marL="228600" indent="-228600" algn="l">
              <a:lnSpc>
                <a:spcPct val="90000"/>
              </a:lnSpc>
              <a:spcBef>
                <a:spcPts val="1000"/>
              </a:spcBef>
              <a:spcAft>
                <a:spcPts val="800"/>
              </a:spcAft>
              <a:buFont typeface="Arial" panose="020B0604020202020204" pitchFamily="34" charset="0"/>
              <a:buChar char="•"/>
              <a:defRPr sz="1800"/>
            </a:lvl1pPr>
            <a:lvl2pPr marL="742950" indent="-228600" algn="l">
              <a:lnSpc>
                <a:spcPct val="90000"/>
              </a:lnSpc>
              <a:spcBef>
                <a:spcPts val="1000"/>
              </a:spcBef>
              <a:spcAft>
                <a:spcPts val="800"/>
              </a:spcAft>
              <a:buFont typeface="Arial" panose="020B0604020202020204" pitchFamily="34" charset="0"/>
              <a:buChar char="•"/>
              <a:defRPr sz="1600"/>
            </a:lvl2pPr>
            <a:lvl3pPr marL="1200150" indent="-228600" algn="l">
              <a:lnSpc>
                <a:spcPct val="90000"/>
              </a:lnSpc>
              <a:spcBef>
                <a:spcPts val="1000"/>
              </a:spcBef>
              <a:spcAft>
                <a:spcPts val="800"/>
              </a:spcAft>
              <a:buFont typeface="Arial" panose="020B0604020202020204" pitchFamily="34" charset="0"/>
              <a:buChar char="•"/>
              <a:defRPr sz="1400"/>
            </a:lvl3pPr>
            <a:lvl4pPr marL="1543050" indent="-228600" algn="l">
              <a:lnSpc>
                <a:spcPct val="90000"/>
              </a:lnSpc>
              <a:spcBef>
                <a:spcPts val="1000"/>
              </a:spcBef>
              <a:spcAft>
                <a:spcPts val="800"/>
              </a:spcAft>
              <a:buFont typeface="Arial" panose="020B0604020202020204" pitchFamily="34" charset="0"/>
              <a:buChar char="•"/>
              <a:defRPr sz="1200"/>
            </a:lvl4pPr>
            <a:lvl5pPr marL="2000250" indent="-228600" algn="l">
              <a:lnSpc>
                <a:spcPct val="9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5F1C082A-519B-82D4-8400-4B8B18A60894}"/>
              </a:ext>
            </a:extLst>
          </p:cNvPr>
          <p:cNvSpPr>
            <a:spLocks noGrp="1"/>
          </p:cNvSpPr>
          <p:nvPr>
            <p:ph type="tbl" sz="quarter" idx="10"/>
          </p:nvPr>
        </p:nvSpPr>
        <p:spPr>
          <a:xfrm>
            <a:off x="4283075" y="2147888"/>
            <a:ext cx="7070725" cy="3957637"/>
          </a:xfrm>
        </p:spPr>
        <p:txBody>
          <a:bodyPr>
            <a:normAutofit/>
          </a:bodyPr>
          <a:lstStyle>
            <a:lvl1pPr marL="0" indent="0" algn="ctr">
              <a:buNone/>
              <a:defRPr sz="2000"/>
            </a:lvl1pPr>
          </a:lstStyle>
          <a:p>
            <a:endParaRPr lang="en-US" dirty="0"/>
          </a:p>
        </p:txBody>
      </p:sp>
      <p:sp>
        <p:nvSpPr>
          <p:cNvPr id="4" name="Footer Placeholder 3">
            <a:extLst>
              <a:ext uri="{FF2B5EF4-FFF2-40B4-BE49-F238E27FC236}">
                <a16:creationId xmlns:a16="http://schemas.microsoft.com/office/drawing/2014/main" id="{1527E877-BE1A-AA4C-671E-9D8452925BFD}"/>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C717DD65-3907-1BC6-7EB8-E6248DFAA8DA}"/>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58417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7" name="Table Placeholder 6">
            <a:extLst>
              <a:ext uri="{FF2B5EF4-FFF2-40B4-BE49-F238E27FC236}">
                <a16:creationId xmlns:a16="http://schemas.microsoft.com/office/drawing/2014/main" id="{5F1C082A-519B-82D4-8400-4B8B18A60894}"/>
              </a:ext>
            </a:extLst>
          </p:cNvPr>
          <p:cNvSpPr>
            <a:spLocks noGrp="1"/>
          </p:cNvSpPr>
          <p:nvPr>
            <p:ph type="tbl" sz="quarter" idx="10"/>
          </p:nvPr>
        </p:nvSpPr>
        <p:spPr>
          <a:xfrm>
            <a:off x="1088601" y="2138744"/>
            <a:ext cx="10009167" cy="3957637"/>
          </a:xfrm>
        </p:spPr>
        <p:txBody>
          <a:bodyPr>
            <a:normAutofit/>
          </a:bodyPr>
          <a:lstStyle>
            <a:lvl1pPr marL="0" indent="0" algn="ctr">
              <a:buNone/>
              <a:defRPr sz="20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icon to add table</a:t>
            </a:r>
          </a:p>
          <a:p>
            <a:endParaRPr lang="en-US" dirty="0"/>
          </a:p>
        </p:txBody>
      </p:sp>
      <p:sp>
        <p:nvSpPr>
          <p:cNvPr id="3" name="Footer Placeholder 2">
            <a:extLst>
              <a:ext uri="{FF2B5EF4-FFF2-40B4-BE49-F238E27FC236}">
                <a16:creationId xmlns:a16="http://schemas.microsoft.com/office/drawing/2014/main" id="{225DE1B4-D56F-A334-1150-6F7C080AD43B}"/>
              </a:ext>
            </a:extLst>
          </p:cNvPr>
          <p:cNvSpPr>
            <a:spLocks noGrp="1"/>
          </p:cNvSpPr>
          <p:nvPr>
            <p:ph type="ftr" sz="quarter" idx="11"/>
          </p:nvPr>
        </p:nvSpPr>
        <p:spPr/>
        <p:txBody>
          <a:bodyPr/>
          <a:lstStyle/>
          <a:p>
            <a:r>
              <a:rPr lang="en-US"/>
              <a:t>Business marketing meeting</a:t>
            </a:r>
            <a:endParaRPr lang="en-US" dirty="0"/>
          </a:p>
        </p:txBody>
      </p:sp>
      <p:sp>
        <p:nvSpPr>
          <p:cNvPr id="4" name="Slide Number Placeholder 3">
            <a:extLst>
              <a:ext uri="{FF2B5EF4-FFF2-40B4-BE49-F238E27FC236}">
                <a16:creationId xmlns:a16="http://schemas.microsoft.com/office/drawing/2014/main" id="{1306C784-B849-5F60-F6DC-9FBFD28ABE8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2696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3" name="Rounded Rectangle 4">
            <a:extLst>
              <a:ext uri="{FF2B5EF4-FFF2-40B4-BE49-F238E27FC236}">
                <a16:creationId xmlns:a16="http://schemas.microsoft.com/office/drawing/2014/main" id="{6BC515DB-7B1C-3370-8F50-08B8416EB09F}"/>
              </a:ext>
              <a:ext uri="{C183D7F6-B498-43B3-948B-1728B52AA6E4}">
                <adec:decorative xmlns:adec="http://schemas.microsoft.com/office/drawing/2017/decorative" xmlns="" val="1"/>
              </a:ext>
            </a:extLst>
          </p:cNvPr>
          <p:cNvSpPr/>
          <p:nvPr userDrawn="1"/>
        </p:nvSpPr>
        <p:spPr>
          <a:xfrm flipH="1">
            <a:off x="1697071" y="3830795"/>
            <a:ext cx="2496416" cy="2490682"/>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1">
            <a:extLst>
              <a:ext uri="{FF2B5EF4-FFF2-40B4-BE49-F238E27FC236}">
                <a16:creationId xmlns:a16="http://schemas.microsoft.com/office/drawing/2014/main" id="{0D15194A-4B0C-6147-8FF2-BB4E50ECC1F5}"/>
              </a:ext>
              <a:ext uri="{C183D7F6-B498-43B3-948B-1728B52AA6E4}">
                <adec:decorative xmlns:adec="http://schemas.microsoft.com/office/drawing/2017/decorative" xmlns="" val="1"/>
              </a:ext>
            </a:extLst>
          </p:cNvPr>
          <p:cNvSpPr/>
          <p:nvPr userDrawn="1"/>
        </p:nvSpPr>
        <p:spPr>
          <a:xfrm flipH="1">
            <a:off x="3522447" y="0"/>
            <a:ext cx="7498230" cy="6858000"/>
          </a:xfrm>
          <a:custGeom>
            <a:avLst/>
            <a:gdLst>
              <a:gd name="connsiteX0" fmla="*/ 3959468 w 7498230"/>
              <a:gd name="connsiteY0" fmla="*/ 0 h 6858000"/>
              <a:gd name="connsiteX1" fmla="*/ 7498230 w 7498230"/>
              <a:gd name="connsiteY1" fmla="*/ 0 h 6858000"/>
              <a:gd name="connsiteX2" fmla="*/ 3538762 w 7498230"/>
              <a:gd name="connsiteY2" fmla="*/ 6858000 h 6858000"/>
              <a:gd name="connsiteX3" fmla="*/ 0 w 74982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230" h="6858000">
                <a:moveTo>
                  <a:pt x="3959468" y="0"/>
                </a:moveTo>
                <a:lnTo>
                  <a:pt x="7498230" y="0"/>
                </a:lnTo>
                <a:lnTo>
                  <a:pt x="3538762" y="6858000"/>
                </a:lnTo>
                <a:lnTo>
                  <a:pt x="0" y="6858000"/>
                </a:ln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 name="Graphic 9">
            <a:extLst>
              <a:ext uri="{FF2B5EF4-FFF2-40B4-BE49-F238E27FC236}">
                <a16:creationId xmlns:a16="http://schemas.microsoft.com/office/drawing/2014/main" id="{7008052E-C579-D93A-9B03-CA08D7460F9B}"/>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49177" b="21401"/>
          <a:stretch/>
        </p:blipFill>
        <p:spPr>
          <a:xfrm flipV="1">
            <a:off x="0" y="325"/>
            <a:ext cx="1869610" cy="4237825"/>
          </a:xfrm>
          <a:prstGeom prst="rect">
            <a:avLst/>
          </a:prstGeom>
        </p:spPr>
      </p:pic>
      <p:sp>
        <p:nvSpPr>
          <p:cNvPr id="16" name="Freeform 3">
            <a:extLst>
              <a:ext uri="{FF2B5EF4-FFF2-40B4-BE49-F238E27FC236}">
                <a16:creationId xmlns:a16="http://schemas.microsoft.com/office/drawing/2014/main" id="{F2EC93D7-B6B6-D315-CBAC-F2062C650B68}"/>
              </a:ext>
              <a:ext uri="{C183D7F6-B498-43B3-948B-1728B52AA6E4}">
                <adec:decorative xmlns:adec="http://schemas.microsoft.com/office/drawing/2017/decorative" xmlns="" val="1"/>
              </a:ext>
            </a:extLst>
          </p:cNvPr>
          <p:cNvSpPr/>
          <p:nvPr userDrawn="1"/>
        </p:nvSpPr>
        <p:spPr>
          <a:xfrm flipH="1">
            <a:off x="5435134" y="3712319"/>
            <a:ext cx="3059474" cy="3145681"/>
          </a:xfrm>
          <a:custGeom>
            <a:avLst/>
            <a:gdLst>
              <a:gd name="connsiteX0" fmla="*/ 2216294 w 3059474"/>
              <a:gd name="connsiteY0" fmla="*/ 1963 h 3145681"/>
              <a:gd name="connsiteX1" fmla="*/ 2665245 w 3059474"/>
              <a:gd name="connsiteY1" fmla="*/ 105730 h 3145681"/>
              <a:gd name="connsiteX2" fmla="*/ 2953745 w 3059474"/>
              <a:gd name="connsiteY2" fmla="*/ 1182423 h 3145681"/>
              <a:gd name="connsiteX3" fmla="*/ 1820257 w 3059474"/>
              <a:gd name="connsiteY3" fmla="*/ 3145681 h 3145681"/>
              <a:gd name="connsiteX4" fmla="*/ 0 w 3059474"/>
              <a:gd name="connsiteY4" fmla="*/ 3145681 h 3145681"/>
              <a:gd name="connsiteX5" fmla="*/ 1588552 w 3059474"/>
              <a:gd name="connsiteY5" fmla="*/ 394229 h 3145681"/>
              <a:gd name="connsiteX6" fmla="*/ 2216294 w 3059474"/>
              <a:gd name="connsiteY6" fmla="*/ 1963 h 31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474" h="3145681">
                <a:moveTo>
                  <a:pt x="2216294" y="1963"/>
                </a:moveTo>
                <a:cubicBezTo>
                  <a:pt x="2367730" y="-8739"/>
                  <a:pt x="2523875" y="24110"/>
                  <a:pt x="2665245" y="105730"/>
                </a:cubicBezTo>
                <a:cubicBezTo>
                  <a:pt x="3042233" y="323384"/>
                  <a:pt x="3171399" y="805435"/>
                  <a:pt x="2953745" y="1182423"/>
                </a:cubicBezTo>
                <a:lnTo>
                  <a:pt x="1820257" y="3145681"/>
                </a:lnTo>
                <a:lnTo>
                  <a:pt x="0" y="3145681"/>
                </a:lnTo>
                <a:lnTo>
                  <a:pt x="1588552" y="394229"/>
                </a:lnTo>
                <a:cubicBezTo>
                  <a:pt x="1724586" y="158612"/>
                  <a:pt x="1963900" y="19800"/>
                  <a:pt x="2216294" y="196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04605" y="1868489"/>
            <a:ext cx="5832907" cy="4415795"/>
          </a:xfrm>
        </p:spPr>
        <p:txBody>
          <a:bodyPr anchor="ctr">
            <a:normAutofit/>
          </a:bodyPr>
          <a:lstStyle>
            <a:lvl1pPr algn="l">
              <a:lnSpc>
                <a:spcPct val="90000"/>
              </a:lnSpc>
              <a:defRPr sz="5400" b="1" cap="all" baseline="0"/>
            </a:lvl1pPr>
          </a:lstStyle>
          <a:p>
            <a:endParaRPr lang="en-US" dirty="0"/>
          </a:p>
        </p:txBody>
      </p:sp>
      <p:sp>
        <p:nvSpPr>
          <p:cNvPr id="30" name="Picture Placeholder 29">
            <a:extLst>
              <a:ext uri="{FF2B5EF4-FFF2-40B4-BE49-F238E27FC236}">
                <a16:creationId xmlns:a16="http://schemas.microsoft.com/office/drawing/2014/main" id="{4E53CBB4-E97E-0645-ABD7-E16233BA0541}"/>
              </a:ext>
            </a:extLst>
          </p:cNvPr>
          <p:cNvSpPr>
            <a:spLocks noGrp="1"/>
          </p:cNvSpPr>
          <p:nvPr>
            <p:ph type="pic" sz="quarter" idx="11"/>
          </p:nvPr>
        </p:nvSpPr>
        <p:spPr>
          <a:xfrm>
            <a:off x="5480723" y="0"/>
            <a:ext cx="5406113" cy="4800932"/>
          </a:xfrm>
          <a:custGeom>
            <a:avLst/>
            <a:gdLst>
              <a:gd name="connsiteX0" fmla="*/ 4382284 w 5406113"/>
              <a:gd name="connsiteY0" fmla="*/ 910336 h 4800932"/>
              <a:gd name="connsiteX1" fmla="*/ 4955350 w 5406113"/>
              <a:gd name="connsiteY1" fmla="*/ 1902915 h 4800932"/>
              <a:gd name="connsiteX2" fmla="*/ 4913686 w 5406113"/>
              <a:gd name="connsiteY2" fmla="*/ 1907115 h 4800932"/>
              <a:gd name="connsiteX3" fmla="*/ 4273606 w 5406113"/>
              <a:gd name="connsiteY3" fmla="*/ 1267035 h 4800932"/>
              <a:gd name="connsiteX4" fmla="*/ 4323907 w 5406113"/>
              <a:gd name="connsiteY4" fmla="*/ 1017887 h 4800932"/>
              <a:gd name="connsiteX5" fmla="*/ 0 w 5406113"/>
              <a:gd name="connsiteY5" fmla="*/ 0 h 4800932"/>
              <a:gd name="connsiteX6" fmla="*/ 3856701 w 5406113"/>
              <a:gd name="connsiteY6" fmla="*/ 0 h 4800932"/>
              <a:gd name="connsiteX7" fmla="*/ 4345712 w 5406113"/>
              <a:gd name="connsiteY7" fmla="*/ 846991 h 4800932"/>
              <a:gd name="connsiteX8" fmla="*/ 4326054 w 5406113"/>
              <a:gd name="connsiteY8" fmla="*/ 870817 h 4800932"/>
              <a:gd name="connsiteX9" fmla="*/ 4205026 w 5406113"/>
              <a:gd name="connsiteY9" fmla="*/ 1267035 h 4800932"/>
              <a:gd name="connsiteX10" fmla="*/ 4913686 w 5406113"/>
              <a:gd name="connsiteY10" fmla="*/ 1975695 h 4800932"/>
              <a:gd name="connsiteX11" fmla="*/ 4992767 w 5406113"/>
              <a:gd name="connsiteY11" fmla="*/ 1967723 h 4800932"/>
              <a:gd name="connsiteX12" fmla="*/ 5182097 w 5406113"/>
              <a:gd name="connsiteY12" fmla="*/ 2295653 h 4800932"/>
              <a:gd name="connsiteX13" fmla="*/ 4570835 w 5406113"/>
              <a:gd name="connsiteY13" fmla="*/ 4576916 h 4800932"/>
              <a:gd name="connsiteX14" fmla="*/ 2289571 w 5406113"/>
              <a:gd name="connsiteY14" fmla="*/ 3965654 h 480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06113" h="4800932">
                <a:moveTo>
                  <a:pt x="4382284" y="910336"/>
                </a:moveTo>
                <a:lnTo>
                  <a:pt x="4955350" y="1902915"/>
                </a:lnTo>
                <a:lnTo>
                  <a:pt x="4913686" y="1907115"/>
                </a:lnTo>
                <a:cubicBezTo>
                  <a:pt x="4560180" y="1907115"/>
                  <a:pt x="4273606" y="1620541"/>
                  <a:pt x="4273606" y="1267035"/>
                </a:cubicBezTo>
                <a:cubicBezTo>
                  <a:pt x="4273606" y="1178659"/>
                  <a:pt x="4291517" y="1094465"/>
                  <a:pt x="4323907" y="1017887"/>
                </a:cubicBezTo>
                <a:close/>
                <a:moveTo>
                  <a:pt x="0" y="0"/>
                </a:moveTo>
                <a:lnTo>
                  <a:pt x="3856701" y="0"/>
                </a:lnTo>
                <a:lnTo>
                  <a:pt x="4345712" y="846991"/>
                </a:lnTo>
                <a:lnTo>
                  <a:pt x="4326054" y="870817"/>
                </a:lnTo>
                <a:cubicBezTo>
                  <a:pt x="4249643" y="983919"/>
                  <a:pt x="4205026" y="1120267"/>
                  <a:pt x="4205026" y="1267035"/>
                </a:cubicBezTo>
                <a:cubicBezTo>
                  <a:pt x="4205026" y="1658417"/>
                  <a:pt x="4522304" y="1975695"/>
                  <a:pt x="4913686" y="1975695"/>
                </a:cubicBezTo>
                <a:lnTo>
                  <a:pt x="4992767" y="1967723"/>
                </a:lnTo>
                <a:lnTo>
                  <a:pt x="5182097" y="2295653"/>
                </a:lnTo>
                <a:cubicBezTo>
                  <a:pt x="5643255" y="3094402"/>
                  <a:pt x="5369584" y="4115758"/>
                  <a:pt x="4570835" y="4576916"/>
                </a:cubicBezTo>
                <a:cubicBezTo>
                  <a:pt x="3772085" y="5038074"/>
                  <a:pt x="2750729" y="4764403"/>
                  <a:pt x="2289571" y="3965654"/>
                </a:cubicBezTo>
                <a:close/>
              </a:path>
            </a:pathLst>
          </a:custGeom>
        </p:spPr>
        <p:txBody>
          <a:bodyPr wrap="square">
            <a:noAutofit/>
          </a:bodyPr>
          <a:lstStyle>
            <a:lvl1pPr algn="ctr">
              <a:defRPr sz="1600"/>
            </a:lvl1pPr>
          </a:lstStyle>
          <a:p>
            <a:endParaRPr lang="en-US"/>
          </a:p>
        </p:txBody>
      </p:sp>
      <p:sp>
        <p:nvSpPr>
          <p:cNvPr id="31" name="Freeform: Shape 30">
            <a:extLst>
              <a:ext uri="{FF2B5EF4-FFF2-40B4-BE49-F238E27FC236}">
                <a16:creationId xmlns:a16="http://schemas.microsoft.com/office/drawing/2014/main" id="{2DB6AD51-A029-8ED4-DB6D-6563C25C9280}"/>
              </a:ext>
            </a:extLst>
          </p:cNvPr>
          <p:cNvSpPr/>
          <p:nvPr userDrawn="1"/>
        </p:nvSpPr>
        <p:spPr>
          <a:xfrm>
            <a:off x="9685749" y="558375"/>
            <a:ext cx="1417320" cy="1417320"/>
          </a:xfrm>
          <a:custGeom>
            <a:avLst/>
            <a:gdLst>
              <a:gd name="connsiteX0" fmla="*/ 708660 w 1417320"/>
              <a:gd name="connsiteY0" fmla="*/ 68580 h 1417320"/>
              <a:gd name="connsiteX1" fmla="*/ 68580 w 1417320"/>
              <a:gd name="connsiteY1" fmla="*/ 708660 h 1417320"/>
              <a:gd name="connsiteX2" fmla="*/ 708660 w 1417320"/>
              <a:gd name="connsiteY2" fmla="*/ 1348740 h 1417320"/>
              <a:gd name="connsiteX3" fmla="*/ 1348740 w 1417320"/>
              <a:gd name="connsiteY3" fmla="*/ 708660 h 1417320"/>
              <a:gd name="connsiteX4" fmla="*/ 708660 w 1417320"/>
              <a:gd name="connsiteY4" fmla="*/ 68580 h 1417320"/>
              <a:gd name="connsiteX5" fmla="*/ 708660 w 1417320"/>
              <a:gd name="connsiteY5" fmla="*/ 0 h 1417320"/>
              <a:gd name="connsiteX6" fmla="*/ 1417320 w 1417320"/>
              <a:gd name="connsiteY6" fmla="*/ 708660 h 1417320"/>
              <a:gd name="connsiteX7" fmla="*/ 708660 w 1417320"/>
              <a:gd name="connsiteY7" fmla="*/ 1417320 h 1417320"/>
              <a:gd name="connsiteX8" fmla="*/ 0 w 1417320"/>
              <a:gd name="connsiteY8" fmla="*/ 708660 h 1417320"/>
              <a:gd name="connsiteX9" fmla="*/ 708660 w 1417320"/>
              <a:gd name="connsiteY9" fmla="*/ 0 h 1417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7320" h="1417320">
                <a:moveTo>
                  <a:pt x="708660" y="68580"/>
                </a:moveTo>
                <a:cubicBezTo>
                  <a:pt x="355154" y="68580"/>
                  <a:pt x="68580" y="355154"/>
                  <a:pt x="68580" y="708660"/>
                </a:cubicBezTo>
                <a:cubicBezTo>
                  <a:pt x="68580" y="1062166"/>
                  <a:pt x="355154" y="1348740"/>
                  <a:pt x="708660" y="1348740"/>
                </a:cubicBezTo>
                <a:cubicBezTo>
                  <a:pt x="1062166" y="1348740"/>
                  <a:pt x="1348740" y="1062166"/>
                  <a:pt x="1348740" y="708660"/>
                </a:cubicBezTo>
                <a:cubicBezTo>
                  <a:pt x="1348740" y="355154"/>
                  <a:pt x="1062166" y="68580"/>
                  <a:pt x="708660" y="68580"/>
                </a:cubicBezTo>
                <a:close/>
                <a:moveTo>
                  <a:pt x="708660" y="0"/>
                </a:moveTo>
                <a:cubicBezTo>
                  <a:pt x="1100042" y="0"/>
                  <a:pt x="1417320" y="317278"/>
                  <a:pt x="1417320" y="708660"/>
                </a:cubicBezTo>
                <a:cubicBezTo>
                  <a:pt x="1417320" y="1100042"/>
                  <a:pt x="1100042" y="1417320"/>
                  <a:pt x="708660" y="1417320"/>
                </a:cubicBezTo>
                <a:cubicBezTo>
                  <a:pt x="317278" y="1417320"/>
                  <a:pt x="0" y="1100042"/>
                  <a:pt x="0" y="708660"/>
                </a:cubicBezTo>
                <a:cubicBezTo>
                  <a:pt x="0" y="317278"/>
                  <a:pt x="317278" y="0"/>
                  <a:pt x="708660" y="0"/>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86827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240BB4C-6B8F-357F-ED6F-F587D1FE7DE7}"/>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3898" b="63293"/>
          <a:stretch/>
        </p:blipFill>
        <p:spPr>
          <a:xfrm rot="5400000" flipV="1">
            <a:off x="8334734" y="2739009"/>
            <a:ext cx="5181600" cy="2524571"/>
          </a:xfrm>
          <a:prstGeom prst="rect">
            <a:avLst/>
          </a:prstGeom>
        </p:spPr>
      </p:pic>
      <p:sp>
        <p:nvSpPr>
          <p:cNvPr id="5" name="Freeform 5">
            <a:extLst>
              <a:ext uri="{FF2B5EF4-FFF2-40B4-BE49-F238E27FC236}">
                <a16:creationId xmlns:a16="http://schemas.microsoft.com/office/drawing/2014/main" id="{EC29CEAF-3197-2C9C-F10A-BC9C1D5E707E}"/>
              </a:ext>
              <a:ext uri="{C183D7F6-B498-43B3-948B-1728B52AA6E4}">
                <adec:decorative xmlns:adec="http://schemas.microsoft.com/office/drawing/2017/decorative" xmlns="" val="1"/>
              </a:ext>
            </a:extLst>
          </p:cNvPr>
          <p:cNvSpPr/>
          <p:nvPr userDrawn="1"/>
        </p:nvSpPr>
        <p:spPr>
          <a:xfrm rot="13500000" flipV="1">
            <a:off x="4934806" y="4647063"/>
            <a:ext cx="2169988" cy="3494471"/>
          </a:xfrm>
          <a:custGeom>
            <a:avLst/>
            <a:gdLst>
              <a:gd name="connsiteX0" fmla="*/ 2169988 w 2169988"/>
              <a:gd name="connsiteY0" fmla="*/ 3494471 h 3494471"/>
              <a:gd name="connsiteX1" fmla="*/ 0 w 2169988"/>
              <a:gd name="connsiteY1" fmla="*/ 1324484 h 3494471"/>
              <a:gd name="connsiteX2" fmla="*/ 0 w 2169988"/>
              <a:gd name="connsiteY2" fmla="*/ 1084994 h 3494471"/>
              <a:gd name="connsiteX3" fmla="*/ 1084994 w 2169988"/>
              <a:gd name="connsiteY3" fmla="*/ 0 h 3494471"/>
              <a:gd name="connsiteX4" fmla="*/ 2169988 w 2169988"/>
              <a:gd name="connsiteY4" fmla="*/ 1084994 h 3494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988" h="3494471">
                <a:moveTo>
                  <a:pt x="2169988" y="3494471"/>
                </a:moveTo>
                <a:lnTo>
                  <a:pt x="0" y="1324484"/>
                </a:lnTo>
                <a:lnTo>
                  <a:pt x="0" y="1084994"/>
                </a:lnTo>
                <a:cubicBezTo>
                  <a:pt x="0" y="485768"/>
                  <a:pt x="485768" y="0"/>
                  <a:pt x="1084994" y="0"/>
                </a:cubicBezTo>
                <a:cubicBezTo>
                  <a:pt x="1684220" y="0"/>
                  <a:pt x="2169988" y="485768"/>
                  <a:pt x="2169988" y="1084994"/>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ounded Rectangle 6">
            <a:extLst>
              <a:ext uri="{FF2B5EF4-FFF2-40B4-BE49-F238E27FC236}">
                <a16:creationId xmlns:a16="http://schemas.microsoft.com/office/drawing/2014/main" id="{990D998F-6A53-4D78-E05B-B6F861387F05}"/>
              </a:ext>
              <a:ext uri="{C183D7F6-B498-43B3-948B-1728B52AA6E4}">
                <adec:decorative xmlns:adec="http://schemas.microsoft.com/office/drawing/2017/decorative" xmlns="" val="1"/>
              </a:ext>
            </a:extLst>
          </p:cNvPr>
          <p:cNvSpPr/>
          <p:nvPr userDrawn="1"/>
        </p:nvSpPr>
        <p:spPr>
          <a:xfrm flipH="1" flipV="1">
            <a:off x="1203067" y="591806"/>
            <a:ext cx="906031" cy="903950"/>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89092" y="2208897"/>
            <a:ext cx="4714785" cy="3988349"/>
          </a:xfrm>
        </p:spPr>
        <p:txBody>
          <a:bodyPr>
            <a:normAutofit/>
          </a:bodyPr>
          <a:lstStyle>
            <a:lvl1pPr marL="512064" indent="-512064" algn="l">
              <a:lnSpc>
                <a:spcPct val="100000"/>
              </a:lnSpc>
              <a:spcBef>
                <a:spcPts val="1000"/>
              </a:spcBef>
              <a:spcAft>
                <a:spcPts val="800"/>
              </a:spcAft>
              <a:buFont typeface="+mj-lt"/>
              <a:buAutoNum type="arabicPeriod"/>
              <a:defRPr sz="1800"/>
            </a:lvl1pPr>
            <a:lvl2pPr marL="800100" indent="-512064" algn="l">
              <a:lnSpc>
                <a:spcPct val="100000"/>
              </a:lnSpc>
              <a:spcBef>
                <a:spcPts val="1000"/>
              </a:spcBef>
              <a:spcAft>
                <a:spcPts val="800"/>
              </a:spcAft>
              <a:buFont typeface="+mj-lt"/>
              <a:buAutoNum type="alphaLcPeriod"/>
              <a:defRPr sz="1600"/>
            </a:lvl2pPr>
            <a:lvl3pPr marL="1257300" indent="-512064" algn="l">
              <a:lnSpc>
                <a:spcPct val="100000"/>
              </a:lnSpc>
              <a:spcBef>
                <a:spcPts val="1000"/>
              </a:spcBef>
              <a:spcAft>
                <a:spcPts val="800"/>
              </a:spcAft>
              <a:buFont typeface="+mj-lt"/>
              <a:buAutoNum type="arabicParenR"/>
              <a:defRPr sz="1400"/>
            </a:lvl3pPr>
            <a:lvl4pPr marL="1600200" indent="-512064" algn="l">
              <a:lnSpc>
                <a:spcPct val="100000"/>
              </a:lnSpc>
              <a:spcBef>
                <a:spcPts val="1000"/>
              </a:spcBef>
              <a:spcAft>
                <a:spcPts val="800"/>
              </a:spcAft>
              <a:buFont typeface="+mj-lt"/>
              <a:buAutoNum type="alphaLcParenR"/>
              <a:defRPr sz="1200"/>
            </a:lvl4pPr>
            <a:lvl5pPr marL="2057400" indent="-512064" algn="l">
              <a:lnSpc>
                <a:spcPct val="100000"/>
              </a:lnSpc>
              <a:spcBef>
                <a:spcPts val="1000"/>
              </a:spcBef>
              <a:spcAft>
                <a:spcPts val="800"/>
              </a:spcAft>
              <a:buFont typeface="+mj-lt"/>
              <a:buAutoNum type="romanLcPeriod"/>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F92E9A95-2BF4-99BE-F73A-A74D783CE446}"/>
              </a:ext>
            </a:extLst>
          </p:cNvPr>
          <p:cNvSpPr>
            <a:spLocks noGrp="1"/>
          </p:cNvSpPr>
          <p:nvPr>
            <p:ph idx="10" hasCustomPrompt="1"/>
          </p:nvPr>
        </p:nvSpPr>
        <p:spPr>
          <a:xfrm>
            <a:off x="6425417" y="2208897"/>
            <a:ext cx="4714785" cy="3988349"/>
          </a:xfrm>
        </p:spPr>
        <p:txBody>
          <a:bodyPr>
            <a:normAutofit/>
          </a:bodyPr>
          <a:lstStyle>
            <a:lvl1pPr marL="0" indent="0" algn="l">
              <a:lnSpc>
                <a:spcPct val="90000"/>
              </a:lnSpc>
              <a:spcBef>
                <a:spcPts val="1000"/>
              </a:spcBef>
              <a:spcAft>
                <a:spcPts val="800"/>
              </a:spcAft>
              <a:buNone/>
              <a:defRPr sz="1800"/>
            </a:lvl1pPr>
            <a:lvl2pPr marL="742950" indent="-285750" algn="l">
              <a:lnSpc>
                <a:spcPct val="90000"/>
              </a:lnSpc>
              <a:spcBef>
                <a:spcPts val="1000"/>
              </a:spcBef>
              <a:spcAft>
                <a:spcPts val="800"/>
              </a:spcAft>
              <a:buFont typeface="Arial" panose="020B0604020202020204" pitchFamily="34" charset="0"/>
              <a:buChar char="•"/>
              <a:defRPr sz="1600"/>
            </a:lvl2pPr>
            <a:lvl3pPr marL="1200150" indent="-285750" algn="l">
              <a:lnSpc>
                <a:spcPct val="90000"/>
              </a:lnSpc>
              <a:spcBef>
                <a:spcPts val="1000"/>
              </a:spcBef>
              <a:spcAft>
                <a:spcPts val="800"/>
              </a:spcAft>
              <a:buFont typeface="Arial" panose="020B0604020202020204" pitchFamily="34" charset="0"/>
              <a:buChar char="•"/>
              <a:defRPr sz="1400"/>
            </a:lvl3pPr>
            <a:lvl4pPr marL="1543050" indent="-171450" algn="l">
              <a:lnSpc>
                <a:spcPct val="90000"/>
              </a:lnSpc>
              <a:spcBef>
                <a:spcPts val="1000"/>
              </a:spcBef>
              <a:spcAft>
                <a:spcPts val="800"/>
              </a:spcAft>
              <a:buFont typeface="Arial" panose="020B0604020202020204" pitchFamily="34" charset="0"/>
              <a:buChar char="•"/>
              <a:defRPr sz="1200"/>
            </a:lvl4pPr>
            <a:lvl5pPr marL="2000250" indent="-171450" algn="l">
              <a:lnSpc>
                <a:spcPct val="9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2565D73C-F16A-968B-391B-24CB7EEB3F1B}"/>
              </a:ext>
            </a:extLst>
          </p:cNvPr>
          <p:cNvSpPr>
            <a:spLocks noGrp="1"/>
          </p:cNvSpPr>
          <p:nvPr>
            <p:ph type="ftr" sz="quarter" idx="11"/>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BCDC7A41-1D00-F1B1-08B5-F7E01122C58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6363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E00F4D10-3ADA-D113-BD21-4AB95DE7F60E}"/>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l="18897" t="4055" b="11876"/>
          <a:stretch/>
        </p:blipFill>
        <p:spPr>
          <a:xfrm>
            <a:off x="0" y="-1"/>
            <a:ext cx="3103614" cy="6858001"/>
          </a:xfrm>
          <a:prstGeom prst="rect">
            <a:avLst/>
          </a:prstGeom>
        </p:spPr>
      </p:pic>
      <p:sp>
        <p:nvSpPr>
          <p:cNvPr id="4" name="Freeform 10">
            <a:extLst>
              <a:ext uri="{FF2B5EF4-FFF2-40B4-BE49-F238E27FC236}">
                <a16:creationId xmlns:a16="http://schemas.microsoft.com/office/drawing/2014/main" id="{BDBCB359-3984-96FE-AB0E-B343069078E9}"/>
              </a:ext>
              <a:ext uri="{C183D7F6-B498-43B3-948B-1728B52AA6E4}">
                <adec:decorative xmlns:adec="http://schemas.microsoft.com/office/drawing/2017/decorative" xmlns="" val="1"/>
              </a:ext>
            </a:extLst>
          </p:cNvPr>
          <p:cNvSpPr/>
          <p:nvPr userDrawn="1"/>
        </p:nvSpPr>
        <p:spPr>
          <a:xfrm>
            <a:off x="10510883" y="4918500"/>
            <a:ext cx="1681117" cy="1939500"/>
          </a:xfrm>
          <a:custGeom>
            <a:avLst/>
            <a:gdLst>
              <a:gd name="connsiteX0" fmla="*/ 788195 w 1681117"/>
              <a:gd name="connsiteY0" fmla="*/ 0 h 1939500"/>
              <a:gd name="connsiteX1" fmla="*/ 1345532 w 1681117"/>
              <a:gd name="connsiteY1" fmla="*/ 230856 h 1939500"/>
              <a:gd name="connsiteX2" fmla="*/ 1681117 w 1681117"/>
              <a:gd name="connsiteY2" fmla="*/ 566441 h 1939500"/>
              <a:gd name="connsiteX3" fmla="*/ 1681117 w 1681117"/>
              <a:gd name="connsiteY3" fmla="*/ 1939500 h 1939500"/>
              <a:gd name="connsiteX4" fmla="*/ 824828 w 1681117"/>
              <a:gd name="connsiteY4" fmla="*/ 1939500 h 1939500"/>
              <a:gd name="connsiteX5" fmla="*/ 230858 w 1681117"/>
              <a:gd name="connsiteY5" fmla="*/ 1345531 h 1939500"/>
              <a:gd name="connsiteX6" fmla="*/ 230858 w 1681117"/>
              <a:gd name="connsiteY6" fmla="*/ 230856 h 1939500"/>
              <a:gd name="connsiteX7" fmla="*/ 788195 w 1681117"/>
              <a:gd name="connsiteY7" fmla="*/ 0 h 193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1117" h="1939500">
                <a:moveTo>
                  <a:pt x="788195" y="0"/>
                </a:moveTo>
                <a:cubicBezTo>
                  <a:pt x="989911" y="0"/>
                  <a:pt x="1191628" y="76952"/>
                  <a:pt x="1345532" y="230856"/>
                </a:cubicBezTo>
                <a:lnTo>
                  <a:pt x="1681117" y="566441"/>
                </a:lnTo>
                <a:lnTo>
                  <a:pt x="1681117" y="1939500"/>
                </a:lnTo>
                <a:lnTo>
                  <a:pt x="824828" y="1939500"/>
                </a:lnTo>
                <a:lnTo>
                  <a:pt x="230858" y="1345531"/>
                </a:lnTo>
                <a:cubicBezTo>
                  <a:pt x="-76952" y="1037722"/>
                  <a:pt x="-76952" y="538666"/>
                  <a:pt x="230858" y="230856"/>
                </a:cubicBezTo>
                <a:cubicBezTo>
                  <a:pt x="384763" y="76952"/>
                  <a:pt x="586479" y="0"/>
                  <a:pt x="788195" y="0"/>
                </a:cubicBezTo>
                <a:close/>
              </a:path>
            </a:pathLst>
          </a:cu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8">
            <a:extLst>
              <a:ext uri="{FF2B5EF4-FFF2-40B4-BE49-F238E27FC236}">
                <a16:creationId xmlns:a16="http://schemas.microsoft.com/office/drawing/2014/main" id="{5E68A3D6-C483-F214-27BA-8B35BF732B19}"/>
              </a:ext>
              <a:ext uri="{C183D7F6-B498-43B3-948B-1728B52AA6E4}">
                <adec:decorative xmlns:adec="http://schemas.microsoft.com/office/drawing/2017/decorative" xmlns="" val="1"/>
              </a:ext>
            </a:extLst>
          </p:cNvPr>
          <p:cNvSpPr/>
          <p:nvPr userDrawn="1"/>
        </p:nvSpPr>
        <p:spPr>
          <a:xfrm>
            <a:off x="6119850" y="3462203"/>
            <a:ext cx="5975159" cy="3395799"/>
          </a:xfrm>
          <a:custGeom>
            <a:avLst/>
            <a:gdLst>
              <a:gd name="connsiteX0" fmla="*/ 1823885 w 5975159"/>
              <a:gd name="connsiteY0" fmla="*/ 0 h 3395799"/>
              <a:gd name="connsiteX1" fmla="*/ 3113564 w 5975159"/>
              <a:gd name="connsiteY1" fmla="*/ 534203 h 3395799"/>
              <a:gd name="connsiteX2" fmla="*/ 5975159 w 5975159"/>
              <a:gd name="connsiteY2" fmla="*/ 3395799 h 3395799"/>
              <a:gd name="connsiteX3" fmla="*/ 816439 w 5975159"/>
              <a:gd name="connsiteY3" fmla="*/ 3395799 h 3395799"/>
              <a:gd name="connsiteX4" fmla="*/ 534204 w 5975159"/>
              <a:gd name="connsiteY4" fmla="*/ 3113564 h 3395799"/>
              <a:gd name="connsiteX5" fmla="*/ 534204 w 5975159"/>
              <a:gd name="connsiteY5" fmla="*/ 534203 h 3395799"/>
              <a:gd name="connsiteX6" fmla="*/ 1823885 w 5975159"/>
              <a:gd name="connsiteY6" fmla="*/ 0 h 339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5159" h="3395799">
                <a:moveTo>
                  <a:pt x="1823885" y="0"/>
                </a:moveTo>
                <a:cubicBezTo>
                  <a:pt x="2290657" y="0"/>
                  <a:pt x="2757429" y="178068"/>
                  <a:pt x="3113564" y="534203"/>
                </a:cubicBezTo>
                <a:lnTo>
                  <a:pt x="5975159" y="3395799"/>
                </a:lnTo>
                <a:lnTo>
                  <a:pt x="816439" y="3395799"/>
                </a:lnTo>
                <a:lnTo>
                  <a:pt x="534204" y="3113564"/>
                </a:lnTo>
                <a:cubicBezTo>
                  <a:pt x="-178067" y="2401293"/>
                  <a:pt x="-178067" y="1246475"/>
                  <a:pt x="534204" y="534203"/>
                </a:cubicBezTo>
                <a:cubicBezTo>
                  <a:pt x="890340" y="178068"/>
                  <a:pt x="1357112" y="0"/>
                  <a:pt x="1823885"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Graphic 5">
            <a:extLst>
              <a:ext uri="{FF2B5EF4-FFF2-40B4-BE49-F238E27FC236}">
                <a16:creationId xmlns:a16="http://schemas.microsoft.com/office/drawing/2014/main" id="{DE2FBD89-DA8F-ADF1-13DC-2B2C87C370D2}"/>
              </a:ext>
              <a:ext uri="{C183D7F6-B498-43B3-948B-1728B52AA6E4}">
                <adec:decorative xmlns:adec="http://schemas.microsoft.com/office/drawing/2017/decorative" xmlns=""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l="49177" b="21401"/>
          <a:stretch/>
        </p:blipFill>
        <p:spPr>
          <a:xfrm rot="16200000" flipH="1">
            <a:off x="9138285" y="-1184108"/>
            <a:ext cx="1869610" cy="4237825"/>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6766024" y="422771"/>
            <a:ext cx="4874773" cy="3685032"/>
          </a:xfrm>
        </p:spPr>
        <p:txBody>
          <a:bodyPr anchor="b">
            <a:noAutofit/>
          </a:bodyPr>
          <a:lstStyle>
            <a:lvl1pPr algn="l">
              <a:defRPr sz="4400"/>
            </a:lvl1pPr>
          </a:lstStyle>
          <a:p>
            <a:endParaRPr lang="en-US" dirty="0"/>
          </a:p>
        </p:txBody>
      </p:sp>
      <p:sp>
        <p:nvSpPr>
          <p:cNvPr id="10" name="Picture Placeholder 8">
            <a:extLst>
              <a:ext uri="{FF2B5EF4-FFF2-40B4-BE49-F238E27FC236}">
                <a16:creationId xmlns:a16="http://schemas.microsoft.com/office/drawing/2014/main" id="{DC8F6DBF-00CE-377D-5D93-8039CDB5B3A6}"/>
              </a:ext>
            </a:extLst>
          </p:cNvPr>
          <p:cNvSpPr>
            <a:spLocks noGrp="1"/>
          </p:cNvSpPr>
          <p:nvPr>
            <p:ph type="pic" sz="quarter" idx="10" hasCustomPrompt="1"/>
          </p:nvPr>
        </p:nvSpPr>
        <p:spPr>
          <a:xfrm>
            <a:off x="958680" y="888652"/>
            <a:ext cx="4846320" cy="4846320"/>
          </a:xfrm>
          <a:custGeom>
            <a:avLst/>
            <a:gdLst>
              <a:gd name="connsiteX0" fmla="*/ 3465617 w 4846320"/>
              <a:gd name="connsiteY0" fmla="*/ 238237 h 4846320"/>
              <a:gd name="connsiteX1" fmla="*/ 3578182 w 4846320"/>
              <a:gd name="connsiteY1" fmla="*/ 292463 h 4846320"/>
              <a:gd name="connsiteX2" fmla="*/ 4655896 w 4846320"/>
              <a:gd name="connsiteY2" fmla="*/ 1479957 h 4846320"/>
              <a:gd name="connsiteX3" fmla="*/ 4705729 w 4846320"/>
              <a:gd name="connsiteY3" fmla="*/ 1616111 h 4846320"/>
              <a:gd name="connsiteX4" fmla="*/ 4661850 w 4846320"/>
              <a:gd name="connsiteY4" fmla="*/ 1627271 h 4846320"/>
              <a:gd name="connsiteX5" fmla="*/ 4449615 w 4846320"/>
              <a:gd name="connsiteY5" fmla="*/ 1648434 h 4846320"/>
              <a:gd name="connsiteX6" fmla="*/ 3396523 w 4846320"/>
              <a:gd name="connsiteY6" fmla="*/ 606773 h 4846320"/>
              <a:gd name="connsiteX7" fmla="*/ 3443868 w 4846320"/>
              <a:gd name="connsiteY7" fmla="*/ 297015 h 4846320"/>
              <a:gd name="connsiteX8" fmla="*/ 2423160 w 4846320"/>
              <a:gd name="connsiteY8" fmla="*/ 0 h 4846320"/>
              <a:gd name="connsiteX9" fmla="*/ 3366363 w 4846320"/>
              <a:gd name="connsiteY9" fmla="*/ 190424 h 4846320"/>
              <a:gd name="connsiteX10" fmla="*/ 3392938 w 4846320"/>
              <a:gd name="connsiteY10" fmla="*/ 203226 h 4846320"/>
              <a:gd name="connsiteX11" fmla="*/ 3367099 w 4846320"/>
              <a:gd name="connsiteY11" fmla="*/ 273111 h 4846320"/>
              <a:gd name="connsiteX12" fmla="*/ 3316140 w 4846320"/>
              <a:gd name="connsiteY12" fmla="*/ 606773 h 4846320"/>
              <a:gd name="connsiteX13" fmla="*/ 4449615 w 4846320"/>
              <a:gd name="connsiteY13" fmla="*/ 1728818 h 4846320"/>
              <a:gd name="connsiteX14" fmla="*/ 4678050 w 4846320"/>
              <a:gd name="connsiteY14" fmla="*/ 1706022 h 4846320"/>
              <a:gd name="connsiteX15" fmla="*/ 4733474 w 4846320"/>
              <a:gd name="connsiteY15" fmla="*/ 1691915 h 4846320"/>
              <a:gd name="connsiteX16" fmla="*/ 4737380 w 4846320"/>
              <a:gd name="connsiteY16" fmla="*/ 1702587 h 4846320"/>
              <a:gd name="connsiteX17" fmla="*/ 4846320 w 4846320"/>
              <a:gd name="connsiteY17" fmla="*/ 2423160 h 4846320"/>
              <a:gd name="connsiteX18" fmla="*/ 2423160 w 4846320"/>
              <a:gd name="connsiteY18" fmla="*/ 4846320 h 4846320"/>
              <a:gd name="connsiteX19" fmla="*/ 0 w 4846320"/>
              <a:gd name="connsiteY19" fmla="*/ 2423160 h 4846320"/>
              <a:gd name="connsiteX20" fmla="*/ 2423160 w 4846320"/>
              <a:gd name="connsiteY20" fmla="*/ 0 h 484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46320" h="4846320">
                <a:moveTo>
                  <a:pt x="3465617" y="238237"/>
                </a:moveTo>
                <a:lnTo>
                  <a:pt x="3578182" y="292463"/>
                </a:lnTo>
                <a:cubicBezTo>
                  <a:pt x="4058866" y="553586"/>
                  <a:pt x="4441314" y="972627"/>
                  <a:pt x="4655896" y="1479957"/>
                </a:cubicBezTo>
                <a:lnTo>
                  <a:pt x="4705729" y="1616111"/>
                </a:lnTo>
                <a:lnTo>
                  <a:pt x="4661850" y="1627271"/>
                </a:lnTo>
                <a:cubicBezTo>
                  <a:pt x="4593296" y="1641147"/>
                  <a:pt x="4522316" y="1648434"/>
                  <a:pt x="4449615" y="1648434"/>
                </a:cubicBezTo>
                <a:cubicBezTo>
                  <a:pt x="3868008" y="1648434"/>
                  <a:pt x="3396523" y="1182066"/>
                  <a:pt x="3396523" y="606773"/>
                </a:cubicBezTo>
                <a:cubicBezTo>
                  <a:pt x="3396523" y="498906"/>
                  <a:pt x="3413099" y="394868"/>
                  <a:pt x="3443868" y="297015"/>
                </a:cubicBezTo>
                <a:close/>
                <a:moveTo>
                  <a:pt x="2423160" y="0"/>
                </a:moveTo>
                <a:cubicBezTo>
                  <a:pt x="2757729" y="0"/>
                  <a:pt x="3076460" y="67805"/>
                  <a:pt x="3366363" y="190424"/>
                </a:cubicBezTo>
                <a:lnTo>
                  <a:pt x="3392938" y="203226"/>
                </a:lnTo>
                <a:lnTo>
                  <a:pt x="3367099" y="273111"/>
                </a:lnTo>
                <a:cubicBezTo>
                  <a:pt x="3333981" y="378515"/>
                  <a:pt x="3316140" y="490582"/>
                  <a:pt x="3316140" y="606773"/>
                </a:cubicBezTo>
                <a:cubicBezTo>
                  <a:pt x="3316140" y="1226461"/>
                  <a:pt x="3823614" y="1728818"/>
                  <a:pt x="4449615" y="1728818"/>
                </a:cubicBezTo>
                <a:cubicBezTo>
                  <a:pt x="4527865" y="1728818"/>
                  <a:pt x="4604263" y="1720969"/>
                  <a:pt x="4678050" y="1706022"/>
                </a:cubicBezTo>
                <a:lnTo>
                  <a:pt x="4733474" y="1691915"/>
                </a:lnTo>
                <a:lnTo>
                  <a:pt x="4737380" y="1702587"/>
                </a:lnTo>
                <a:cubicBezTo>
                  <a:pt x="4808180" y="1930216"/>
                  <a:pt x="4846320" y="2172234"/>
                  <a:pt x="4846320" y="2423160"/>
                </a:cubicBezTo>
                <a:cubicBezTo>
                  <a:pt x="4846320" y="3761434"/>
                  <a:pt x="3761434" y="4846320"/>
                  <a:pt x="2423160" y="4846320"/>
                </a:cubicBezTo>
                <a:cubicBezTo>
                  <a:pt x="1084886" y="4846320"/>
                  <a:pt x="0" y="3761434"/>
                  <a:pt x="0" y="2423160"/>
                </a:cubicBezTo>
                <a:cubicBezTo>
                  <a:pt x="0" y="1084886"/>
                  <a:pt x="1084886" y="0"/>
                  <a:pt x="2423160" y="0"/>
                </a:cubicBezTo>
                <a:close/>
              </a:path>
            </a:pathLst>
          </a:custGeom>
          <a:noFill/>
        </p:spPr>
        <p:txBody>
          <a:bodyPr wrap="square">
            <a:noAutofit/>
          </a:bodyPr>
          <a:lstStyle>
            <a:lvl1pPr marL="0" indent="0" algn="ctr">
              <a:buNone/>
              <a:defRPr/>
            </a:lvl1pPr>
          </a:lstStyle>
          <a:p>
            <a:r>
              <a:rPr lang="en-US" dirty="0"/>
              <a:t>Click icon </a:t>
            </a:r>
            <a:br>
              <a:rPr lang="en-US" dirty="0"/>
            </a:br>
            <a:r>
              <a:rPr lang="en-US" dirty="0"/>
              <a:t>to add picture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766025" y="4204801"/>
            <a:ext cx="4889044" cy="2230428"/>
          </a:xfrm>
        </p:spPr>
        <p:txBody>
          <a:bodyPr>
            <a:normAutofit/>
          </a:bodyPr>
          <a:lstStyle>
            <a:lvl1pPr marL="0" indent="0" algn="l">
              <a:lnSpc>
                <a:spcPct val="120000"/>
              </a:lnSpc>
              <a:spcBef>
                <a:spcPts val="1000"/>
              </a:spcBef>
              <a:spcAft>
                <a:spcPts val="0"/>
              </a:spcAft>
              <a:buFont typeface="Arial" panose="020B0604020202020204" pitchFamily="34" charset="0"/>
              <a:buNone/>
              <a:defRPr sz="1800">
                <a:solidFill>
                  <a:schemeClr val="accent6">
                    <a:lumMod val="50000"/>
                  </a:schemeClr>
                </a:solidFill>
              </a:defRPr>
            </a:lvl1pPr>
            <a:lvl2pPr marL="0" indent="0" algn="l">
              <a:lnSpc>
                <a:spcPct val="120000"/>
              </a:lnSpc>
              <a:spcBef>
                <a:spcPts val="1000"/>
              </a:spcBef>
              <a:spcAft>
                <a:spcPts val="0"/>
              </a:spcAft>
              <a:buFont typeface="Arial" panose="020B0604020202020204" pitchFamily="34" charset="0"/>
              <a:buNone/>
              <a:defRPr sz="1800"/>
            </a:lvl2pPr>
            <a:lvl3pPr marL="914400" indent="0" algn="l">
              <a:lnSpc>
                <a:spcPct val="120000"/>
              </a:lnSpc>
              <a:spcBef>
                <a:spcPts val="1000"/>
              </a:spcBef>
              <a:spcAft>
                <a:spcPts val="0"/>
              </a:spcAft>
              <a:buFont typeface="Arial" panose="020B0604020202020204" pitchFamily="34" charset="0"/>
              <a:buNone/>
              <a:defRPr sz="1800"/>
            </a:lvl3pPr>
            <a:lvl4pPr marL="1371600" indent="0" algn="l">
              <a:lnSpc>
                <a:spcPct val="100000"/>
              </a:lnSpc>
              <a:spcBef>
                <a:spcPts val="1000"/>
              </a:spcBef>
              <a:spcAft>
                <a:spcPts val="800"/>
              </a:spcAft>
              <a:buNone/>
              <a:defRPr sz="1200"/>
            </a:lvl4pPr>
            <a:lvl5pPr marL="1828800" indent="0" algn="l">
              <a:lnSpc>
                <a:spcPct val="100000"/>
              </a:lnSpc>
              <a:spcBef>
                <a:spcPts val="1000"/>
              </a:spcBef>
              <a:spcAft>
                <a:spcPts val="800"/>
              </a:spcAft>
              <a:buNone/>
              <a:defRPr sz="1200"/>
            </a:lvl5pPr>
          </a:lstStyle>
          <a:p>
            <a:pPr lvl="0"/>
            <a:r>
              <a:rPr lang="en-US" dirty="0"/>
              <a:t>Click to add content</a:t>
            </a:r>
          </a:p>
          <a:p>
            <a:pPr lvl="1"/>
            <a:r>
              <a:rPr lang="en-US" dirty="0"/>
              <a:t>Second level</a:t>
            </a:r>
          </a:p>
          <a:p>
            <a:pPr lvl="2"/>
            <a:endParaRPr lang="en-US" dirty="0"/>
          </a:p>
        </p:txBody>
      </p:sp>
      <p:sp>
        <p:nvSpPr>
          <p:cNvPr id="11" name="Circle: Hollow 10">
            <a:extLst>
              <a:ext uri="{FF2B5EF4-FFF2-40B4-BE49-F238E27FC236}">
                <a16:creationId xmlns:a16="http://schemas.microsoft.com/office/drawing/2014/main" id="{B2F8D782-06EC-940C-F17F-0CED2CF68886}"/>
              </a:ext>
            </a:extLst>
          </p:cNvPr>
          <p:cNvSpPr/>
          <p:nvPr userDrawn="1"/>
        </p:nvSpPr>
        <p:spPr>
          <a:xfrm>
            <a:off x="4274820" y="373380"/>
            <a:ext cx="2266950" cy="2244089"/>
          </a:xfrm>
          <a:prstGeom prst="donut">
            <a:avLst>
              <a:gd name="adj" fmla="val 35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Footer Placeholder 6">
            <a:extLst>
              <a:ext uri="{FF2B5EF4-FFF2-40B4-BE49-F238E27FC236}">
                <a16:creationId xmlns:a16="http://schemas.microsoft.com/office/drawing/2014/main" id="{F42E7812-2B15-FAFC-B703-798C9302B2EF}"/>
              </a:ext>
            </a:extLst>
          </p:cNvPr>
          <p:cNvSpPr>
            <a:spLocks noGrp="1"/>
          </p:cNvSpPr>
          <p:nvPr>
            <p:ph type="ftr" sz="quarter" idx="11"/>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CDDCB7C6-FF8A-F130-CFBB-79DEA452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87512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lstStyle/>
          <a:p>
            <a:r>
              <a:rPr lang="en-US" dirty="0"/>
              <a:t>Click to add title</a:t>
            </a:r>
          </a:p>
        </p:txBody>
      </p:sp>
      <p:sp>
        <p:nvSpPr>
          <p:cNvPr id="3" name="Footer Placeholder 2">
            <a:extLst>
              <a:ext uri="{FF2B5EF4-FFF2-40B4-BE49-F238E27FC236}">
                <a16:creationId xmlns:a16="http://schemas.microsoft.com/office/drawing/2014/main" id="{05EC44D7-9AAD-F106-CAD2-04794BDF76E3}"/>
              </a:ext>
            </a:extLst>
          </p:cNvPr>
          <p:cNvSpPr>
            <a:spLocks noGrp="1"/>
          </p:cNvSpPr>
          <p:nvPr>
            <p:ph type="ftr" sz="quarter" idx="10"/>
          </p:nvPr>
        </p:nvSpPr>
        <p:spPr/>
        <p:txBody>
          <a:bodyPr/>
          <a:lstStyle/>
          <a:p>
            <a:r>
              <a:rPr lang="en-US"/>
              <a:t>Business marketing meeting</a:t>
            </a:r>
            <a:endParaRPr lang="en-US" dirty="0"/>
          </a:p>
        </p:txBody>
      </p:sp>
      <p:sp>
        <p:nvSpPr>
          <p:cNvPr id="6" name="Slide Number Placeholder 5">
            <a:extLst>
              <a:ext uri="{FF2B5EF4-FFF2-40B4-BE49-F238E27FC236}">
                <a16:creationId xmlns:a16="http://schemas.microsoft.com/office/drawing/2014/main" id="{91F7369F-CCA5-249D-9978-6BEE7F7AA740}"/>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BFC298-BCBF-9536-D950-DEB35893F370}"/>
              </a:ext>
            </a:extLst>
          </p:cNvPr>
          <p:cNvSpPr>
            <a:spLocks noGrp="1"/>
          </p:cNvSpPr>
          <p:nvPr>
            <p:ph type="ftr" sz="quarter" idx="10"/>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D39FBDF3-67E1-9C77-E43E-2F80B364EEF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2845222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A97309-2E1F-F812-D384-402EC7900D26}"/>
              </a:ext>
            </a:extLst>
          </p:cNvPr>
          <p:cNvSpPr/>
          <p:nvPr userDrawn="1"/>
        </p:nvSpPr>
        <p:spPr>
          <a:xfrm>
            <a:off x="0" y="0"/>
            <a:ext cx="12192000" cy="6858000"/>
          </a:xfrm>
          <a:prstGeom prst="rect">
            <a:avLst/>
          </a:prstGeom>
          <a:solidFill>
            <a:schemeClr val="accent6">
              <a:lumMod val="20000"/>
              <a:lumOff val="80000"/>
              <a:alpha val="46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3658517" cy="365125"/>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pPr algn="l"/>
            <a:r>
              <a:rPr lang="en-US" dirty="0"/>
              <a:t>Business marketing meeting</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50"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4" r:id="rId14"/>
    <p:sldLayoutId id="2147483655" r:id="rId15"/>
    <p:sldLayoutId id="2147483676" r:id="rId16"/>
  </p:sldLayoutIdLst>
  <p:hf hdr="0" ftr="0" dt="0"/>
  <p:txStyles>
    <p:titleStyle>
      <a:lvl1pPr algn="l" defTabSz="914400" rtl="0" eaLnBrk="1" latinLnBrk="0" hangingPunct="1">
        <a:lnSpc>
          <a:spcPct val="90000"/>
        </a:lnSpc>
        <a:spcBef>
          <a:spcPct val="0"/>
        </a:spcBef>
        <a:buNone/>
        <a:defRPr sz="4400" b="1" kern="1200" cap="all" spc="150"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gif"/><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6.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vmlDrawing" Target="../drawings/vmlDrawing1.vml"/><Relationship Id="rId5" Type="http://schemas.openxmlformats.org/officeDocument/2006/relationships/image" Target="../media/image41.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386706" y="430335"/>
            <a:ext cx="6601646" cy="4415795"/>
          </a:xfrm>
        </p:spPr>
        <p:txBody>
          <a:bodyPr anchor="ctr">
            <a:normAutofit/>
          </a:bodyPr>
          <a:lstStyle/>
          <a:p>
            <a:r>
              <a:rPr lang="en-US" dirty="0" smtClean="0"/>
              <a:t>Lesson #2: Functional groups</a:t>
            </a:r>
            <a:endParaRPr lang="en-US" dirty="0"/>
          </a:p>
        </p:txBody>
      </p:sp>
      <p:pic>
        <p:nvPicPr>
          <p:cNvPr id="7174" name="Picture 6" descr="Bioch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196" y="2901961"/>
            <a:ext cx="6092300" cy="395603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4011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Learning goals</a:t>
            </a:r>
            <a:endParaRPr lang="en-US" dirty="0"/>
          </a:p>
        </p:txBody>
      </p:sp>
      <p:sp>
        <p:nvSpPr>
          <p:cNvPr id="3" name="Content Placeholder 2"/>
          <p:cNvSpPr>
            <a:spLocks noGrp="1"/>
          </p:cNvSpPr>
          <p:nvPr>
            <p:ph idx="1"/>
          </p:nvPr>
        </p:nvSpPr>
        <p:spPr/>
        <p:txBody>
          <a:bodyPr/>
          <a:lstStyle/>
          <a:p>
            <a:pPr fontAlgn="base">
              <a:buFont typeface="Wingdings" panose="05000000000000000000" pitchFamily="2" charset="2"/>
              <a:buChar char="ü"/>
            </a:pPr>
            <a:r>
              <a:rPr lang="en-US" dirty="0" smtClean="0"/>
              <a:t>Be able to explain how the carbon atom can form diverse molecules </a:t>
            </a:r>
          </a:p>
          <a:p>
            <a:pPr fontAlgn="base">
              <a:buFont typeface="Wingdings" panose="05000000000000000000" pitchFamily="2" charset="2"/>
              <a:buChar char="ü"/>
            </a:pPr>
            <a:r>
              <a:rPr lang="en-US" dirty="0" smtClean="0"/>
              <a:t>Draw and identify </a:t>
            </a:r>
            <a:r>
              <a:rPr lang="en-US" dirty="0"/>
              <a:t>the various functional groups</a:t>
            </a:r>
          </a:p>
          <a:p>
            <a:pPr fontAlgn="base">
              <a:buFont typeface="Wingdings" panose="05000000000000000000" pitchFamily="2" charset="2"/>
              <a:buChar char="ü"/>
            </a:pPr>
            <a:r>
              <a:rPr lang="en-US" dirty="0"/>
              <a:t>State the chemical properties attributed to each of the functional groups, and their general role in a cell</a:t>
            </a:r>
          </a:p>
          <a:p>
            <a:endParaRPr lang="en-US" dirty="0"/>
          </a:p>
        </p:txBody>
      </p:sp>
    </p:spTree>
    <p:extLst>
      <p:ext uri="{BB962C8B-B14F-4D97-AF65-F5344CB8AC3E}">
        <p14:creationId xmlns:p14="http://schemas.microsoft.com/office/powerpoint/2010/main" val="19796417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Biological macromolecules</a:t>
            </a:r>
            <a:endParaRPr lang="en-US" dirty="0"/>
          </a:p>
        </p:txBody>
      </p:sp>
      <p:sp>
        <p:nvSpPr>
          <p:cNvPr id="3" name="Content Placeholder 2"/>
          <p:cNvSpPr>
            <a:spLocks noGrp="1"/>
          </p:cNvSpPr>
          <p:nvPr>
            <p:ph idx="1"/>
          </p:nvPr>
        </p:nvSpPr>
        <p:spPr>
          <a:xfrm>
            <a:off x="381000" y="1835353"/>
            <a:ext cx="11430000" cy="4351338"/>
          </a:xfrm>
        </p:spPr>
        <p:txBody>
          <a:bodyPr/>
          <a:lstStyle/>
          <a:p>
            <a:r>
              <a:rPr lang="en-US" dirty="0" smtClean="0"/>
              <a:t>Carbohydrates, lipids, proteins, and nucleic acids</a:t>
            </a:r>
          </a:p>
          <a:p>
            <a:r>
              <a:rPr lang="en-US" dirty="0" smtClean="0"/>
              <a:t>They are the key molecular compounds used to build cells, store energy, and acts as chemical signals and enzymes … i.e. so, everything!</a:t>
            </a:r>
            <a:endParaRPr lang="en-US" dirty="0"/>
          </a:p>
        </p:txBody>
      </p:sp>
      <p:pic>
        <p:nvPicPr>
          <p:cNvPr id="2054" name="Picture 6" descr="https://lh7-rt.googleusercontent.com/slidesz/AGV_vUfINJ-dvSIqt68WsKtYmTUiALp_5LGrXHbVirlO7bK2EszTjX-AtgqGGcaV8l59azQBDBhpjbuUgjjFuLRjFdyQakfwyxHncop6vLX-K3GIurlX_hNT9ge6mECRPc6TNIU0aA4dGA=s2048?key=7kNEZxzJr-Mnl0Kq2hkTar3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1150" y="3232183"/>
            <a:ext cx="54864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67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Biological macromolecules</a:t>
            </a:r>
            <a:endParaRPr lang="en-US" dirty="0"/>
          </a:p>
        </p:txBody>
      </p:sp>
      <p:sp>
        <p:nvSpPr>
          <p:cNvPr id="3" name="Content Placeholder 2"/>
          <p:cNvSpPr>
            <a:spLocks noGrp="1"/>
          </p:cNvSpPr>
          <p:nvPr>
            <p:ph idx="1"/>
          </p:nvPr>
        </p:nvSpPr>
        <p:spPr/>
        <p:txBody>
          <a:bodyPr/>
          <a:lstStyle/>
          <a:p>
            <a:r>
              <a:rPr lang="en-US" dirty="0" smtClean="0"/>
              <a:t>Macromolecules are </a:t>
            </a:r>
            <a:r>
              <a:rPr lang="en-US" b="1" u="sng" dirty="0" smtClean="0"/>
              <a:t>organic</a:t>
            </a:r>
            <a:r>
              <a:rPr lang="en-US" dirty="0" smtClean="0"/>
              <a:t> </a:t>
            </a:r>
            <a:r>
              <a:rPr lang="en-US" b="1" u="sng" dirty="0" smtClean="0"/>
              <a:t>compounds</a:t>
            </a:r>
            <a:r>
              <a:rPr lang="en-US" dirty="0" smtClean="0"/>
              <a:t> </a:t>
            </a:r>
          </a:p>
          <a:p>
            <a:r>
              <a:rPr lang="en-US" dirty="0" smtClean="0"/>
              <a:t>Carbohydrates, </a:t>
            </a:r>
            <a:r>
              <a:rPr lang="en-US" dirty="0"/>
              <a:t>lipids, proteins, and nucleic </a:t>
            </a:r>
            <a:r>
              <a:rPr lang="en-US" dirty="0" smtClean="0"/>
              <a:t>acids are all composed of </a:t>
            </a:r>
            <a:r>
              <a:rPr lang="en-US" b="1" u="sng" dirty="0" smtClean="0"/>
              <a:t>carbon</a:t>
            </a:r>
            <a:r>
              <a:rPr lang="en-US" dirty="0" smtClean="0"/>
              <a:t> atoms bonded to each other and to atoms of other elements</a:t>
            </a:r>
          </a:p>
          <a:p>
            <a:endParaRPr lang="en-US" dirty="0" smtClean="0"/>
          </a:p>
          <a:p>
            <a:r>
              <a:rPr lang="en-US" dirty="0" smtClean="0"/>
              <a:t>Can you name any?</a:t>
            </a:r>
          </a:p>
          <a:p>
            <a:endParaRPr lang="en-US" dirty="0" smtClean="0"/>
          </a:p>
          <a:p>
            <a:r>
              <a:rPr lang="en-US" altLang="en-US" dirty="0" smtClean="0"/>
              <a:t>These </a:t>
            </a:r>
            <a:r>
              <a:rPr lang="en-US" altLang="en-US" dirty="0"/>
              <a:t>other elements commonly include </a:t>
            </a:r>
            <a:r>
              <a:rPr lang="en-US" altLang="en-US" b="1" u="sng" dirty="0"/>
              <a:t>hydrogen</a:t>
            </a:r>
            <a:r>
              <a:rPr lang="en-US" altLang="en-US" dirty="0"/>
              <a:t> (H), </a:t>
            </a:r>
            <a:r>
              <a:rPr lang="en-US" altLang="en-US" b="1" u="sng" dirty="0"/>
              <a:t>oxygen</a:t>
            </a:r>
            <a:r>
              <a:rPr lang="en-US" altLang="en-US" dirty="0"/>
              <a:t> (O), </a:t>
            </a:r>
            <a:r>
              <a:rPr lang="en-US" altLang="en-US" b="1" u="sng" dirty="0"/>
              <a:t>nitrogen</a:t>
            </a:r>
            <a:r>
              <a:rPr lang="en-US" altLang="en-US" dirty="0"/>
              <a:t> (N), </a:t>
            </a:r>
            <a:r>
              <a:rPr lang="en-US" altLang="en-US" b="1" u="sng" dirty="0"/>
              <a:t>sulfur</a:t>
            </a:r>
            <a:r>
              <a:rPr lang="en-US" altLang="en-US" dirty="0"/>
              <a:t> (S), and </a:t>
            </a:r>
            <a:r>
              <a:rPr lang="en-US" altLang="en-US" b="1" u="sng" dirty="0"/>
              <a:t>phosphorus</a:t>
            </a:r>
            <a:r>
              <a:rPr lang="en-US" altLang="en-US" dirty="0"/>
              <a:t> (P</a:t>
            </a:r>
            <a:r>
              <a:rPr lang="en-US" altLang="en-US" dirty="0" smtClean="0"/>
              <a:t>) </a:t>
            </a:r>
            <a:r>
              <a:rPr lang="en-US" altLang="en-US" dirty="0" smtClean="0">
                <a:sym typeface="Wingdings" panose="05000000000000000000" pitchFamily="2" charset="2"/>
              </a:rPr>
              <a:t> “SPONCH”</a:t>
            </a:r>
            <a:endParaRPr lang="en-US" altLang="en-US" dirty="0"/>
          </a:p>
          <a:p>
            <a:endParaRPr lang="en-US" dirty="0"/>
          </a:p>
          <a:p>
            <a:endParaRPr lang="en-US" dirty="0"/>
          </a:p>
        </p:txBody>
      </p:sp>
    </p:spTree>
    <p:extLst>
      <p:ext uri="{BB962C8B-B14F-4D97-AF65-F5344CB8AC3E}">
        <p14:creationId xmlns:p14="http://schemas.microsoft.com/office/powerpoint/2010/main" val="402669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carbon</a:t>
            </a:r>
            <a:endParaRPr lang="en-US" dirty="0"/>
          </a:p>
        </p:txBody>
      </p:sp>
      <p:sp>
        <p:nvSpPr>
          <p:cNvPr id="3" name="Content Placeholder 2"/>
          <p:cNvSpPr>
            <a:spLocks noGrp="1"/>
          </p:cNvSpPr>
          <p:nvPr>
            <p:ph idx="1"/>
          </p:nvPr>
        </p:nvSpPr>
        <p:spPr>
          <a:xfrm>
            <a:off x="381000" y="1673635"/>
            <a:ext cx="5212404" cy="5087087"/>
          </a:xfrm>
        </p:spPr>
        <p:txBody>
          <a:bodyPr>
            <a:normAutofit/>
          </a:bodyPr>
          <a:lstStyle/>
          <a:p>
            <a:pPr>
              <a:tabLst>
                <a:tab pos="2743200" algn="l"/>
              </a:tabLst>
            </a:pPr>
            <a:r>
              <a:rPr lang="en-US" altLang="en-US" sz="2400" i="1" dirty="0"/>
              <a:t>Why is carbon so important to life</a:t>
            </a:r>
            <a:r>
              <a:rPr lang="en-US" altLang="en-US" sz="2400" i="1" dirty="0" smtClean="0"/>
              <a:t>?</a:t>
            </a:r>
            <a:endParaRPr lang="en-US" altLang="en-US" sz="2400" i="1" dirty="0"/>
          </a:p>
          <a:p>
            <a:pPr>
              <a:buClr>
                <a:schemeClr val="tx1"/>
              </a:buClr>
              <a:tabLst>
                <a:tab pos="2743200" algn="l"/>
              </a:tabLst>
            </a:pPr>
            <a:r>
              <a:rPr lang="en-US" altLang="en-US" sz="2400" dirty="0"/>
              <a:t>Carbon has 4 valence electrons </a:t>
            </a:r>
            <a:r>
              <a:rPr lang="en-US" altLang="en-US" sz="2400" dirty="0" smtClean="0">
                <a:sym typeface="Wingdings" panose="05000000000000000000" pitchFamily="2" charset="2"/>
              </a:rPr>
              <a:t></a:t>
            </a:r>
            <a:r>
              <a:rPr lang="en-US" altLang="en-US" sz="2400" dirty="0" smtClean="0"/>
              <a:t> </a:t>
            </a:r>
            <a:r>
              <a:rPr lang="en-US" altLang="en-US" sz="2400" dirty="0"/>
              <a:t>ability to make 4 covalent bonds with many different </a:t>
            </a:r>
            <a:r>
              <a:rPr lang="en-US" altLang="en-US" sz="2400" dirty="0" smtClean="0"/>
              <a:t>elements </a:t>
            </a:r>
          </a:p>
          <a:p>
            <a:pPr lvl="1">
              <a:buClr>
                <a:schemeClr val="tx1"/>
              </a:buClr>
              <a:tabLst>
                <a:tab pos="2743200" algn="l"/>
              </a:tabLst>
            </a:pPr>
            <a:r>
              <a:rPr lang="en-US" altLang="en-US" dirty="0" smtClean="0"/>
              <a:t>This </a:t>
            </a:r>
            <a:r>
              <a:rPr lang="en-US" altLang="en-US" b="1" i="1" u="sng" dirty="0" err="1"/>
              <a:t>tetravalence</a:t>
            </a:r>
            <a:r>
              <a:rPr lang="en-US" altLang="en-US" dirty="0"/>
              <a:t> of carbon makes large and complex molecules </a:t>
            </a:r>
            <a:r>
              <a:rPr lang="en-US" altLang="en-US" dirty="0" smtClean="0"/>
              <a:t>possible</a:t>
            </a:r>
          </a:p>
          <a:p>
            <a:pPr>
              <a:buClr>
                <a:schemeClr val="tx1"/>
              </a:buClr>
              <a:tabLst>
                <a:tab pos="2743200" algn="l"/>
              </a:tabLst>
            </a:pPr>
            <a:r>
              <a:rPr lang="en-US" altLang="en-US" sz="2400" dirty="0"/>
              <a:t>The chain of carbon atoms in a biochemical molecule is the </a:t>
            </a:r>
            <a:r>
              <a:rPr lang="en-US" altLang="en-US" sz="2400" b="1" u="sng" dirty="0"/>
              <a:t>carbon</a:t>
            </a:r>
            <a:r>
              <a:rPr lang="en-US" altLang="en-US" sz="2400" dirty="0"/>
              <a:t> </a:t>
            </a:r>
            <a:r>
              <a:rPr lang="en-US" altLang="en-US" sz="2400" b="1" u="sng" dirty="0"/>
              <a:t>skeleton</a:t>
            </a:r>
            <a:r>
              <a:rPr lang="en-US" altLang="en-US" sz="2400" dirty="0"/>
              <a:t>: it can be </a:t>
            </a:r>
            <a:r>
              <a:rPr lang="en-US" altLang="en-US" sz="2400" dirty="0" smtClean="0"/>
              <a:t>linear or a branched chain, </a:t>
            </a:r>
            <a:r>
              <a:rPr lang="en-US" altLang="en-US" sz="2400" dirty="0"/>
              <a:t>or even a </a:t>
            </a:r>
            <a:r>
              <a:rPr lang="en-US" altLang="en-US" sz="2400" dirty="0" smtClean="0"/>
              <a:t>ring</a:t>
            </a:r>
            <a:endParaRPr lang="en-US" altLang="en-US" sz="2400" dirty="0" smtClean="0"/>
          </a:p>
          <a:p>
            <a:pPr lvl="1">
              <a:buClr>
                <a:schemeClr val="tx1"/>
              </a:buClr>
              <a:tabLst>
                <a:tab pos="2743200" algn="l"/>
              </a:tabLst>
            </a:pPr>
            <a:r>
              <a:rPr lang="en-US" altLang="en-US" sz="2000" dirty="0" smtClean="0"/>
              <a:t>Molecular </a:t>
            </a:r>
            <a:r>
              <a:rPr lang="en-US" altLang="en-US" sz="2000" dirty="0"/>
              <a:t>d</a:t>
            </a:r>
            <a:r>
              <a:rPr lang="en-US" altLang="en-US" sz="2000" dirty="0" smtClean="0"/>
              <a:t>iversity!</a:t>
            </a:r>
            <a:endParaRPr lang="en-US" altLang="en-US" sz="2000" dirty="0"/>
          </a:p>
          <a:p>
            <a:pPr lvl="1">
              <a:buClr>
                <a:schemeClr val="tx1"/>
              </a:buClr>
              <a:tabLst>
                <a:tab pos="2743200" algn="l"/>
              </a:tabLst>
            </a:pPr>
            <a:endParaRPr lang="en-US" altLang="en-US" dirty="0" smtClean="0"/>
          </a:p>
          <a:p>
            <a:pPr marL="0" indent="0">
              <a:buClr>
                <a:srgbClr val="339933"/>
              </a:buClr>
              <a:buNone/>
              <a:tabLst>
                <a:tab pos="2743200" algn="l"/>
              </a:tabLst>
            </a:pPr>
            <a:endParaRPr lang="en-US" altLang="en-US" dirty="0" smtClean="0"/>
          </a:p>
          <a:p>
            <a:pPr lvl="1">
              <a:buClr>
                <a:srgbClr val="339933"/>
              </a:buClr>
              <a:tabLst>
                <a:tab pos="2743200" algn="l"/>
              </a:tabLst>
            </a:pPr>
            <a:endParaRPr lang="en-US" altLang="en-US" dirty="0"/>
          </a:p>
          <a:p>
            <a:pPr lvl="1">
              <a:buClr>
                <a:srgbClr val="339933"/>
              </a:buClr>
              <a:tabLst>
                <a:tab pos="2743200" algn="l"/>
              </a:tabLst>
            </a:pPr>
            <a:endParaRPr lang="en-US" altLang="en-US" dirty="0"/>
          </a:p>
          <a:p>
            <a:endParaRPr lang="en-US" dirty="0"/>
          </a:p>
        </p:txBody>
      </p:sp>
      <p:pic>
        <p:nvPicPr>
          <p:cNvPr id="4" name="Picture 3"/>
          <p:cNvPicPr>
            <a:picLocks noChangeAspect="1"/>
          </p:cNvPicPr>
          <p:nvPr/>
        </p:nvPicPr>
        <p:blipFill>
          <a:blip r:embed="rId3"/>
          <a:stretch>
            <a:fillRect/>
          </a:stretch>
        </p:blipFill>
        <p:spPr>
          <a:xfrm>
            <a:off x="6848272" y="2050939"/>
            <a:ext cx="1478605" cy="2182703"/>
          </a:xfrm>
          <a:prstGeom prst="rect">
            <a:avLst/>
          </a:prstGeom>
        </p:spPr>
      </p:pic>
      <p:pic>
        <p:nvPicPr>
          <p:cNvPr id="8" name="Picture 7"/>
          <p:cNvPicPr>
            <a:picLocks noChangeAspect="1"/>
          </p:cNvPicPr>
          <p:nvPr/>
        </p:nvPicPr>
        <p:blipFill>
          <a:blip r:embed="rId4"/>
          <a:stretch>
            <a:fillRect/>
          </a:stretch>
        </p:blipFill>
        <p:spPr>
          <a:xfrm>
            <a:off x="8647889" y="111483"/>
            <a:ext cx="3454332" cy="6528299"/>
          </a:xfrm>
          <a:prstGeom prst="rect">
            <a:avLst/>
          </a:prstGeom>
        </p:spPr>
      </p:pic>
    </p:spTree>
    <p:extLst>
      <p:ext uri="{BB962C8B-B14F-4D97-AF65-F5344CB8AC3E}">
        <p14:creationId xmlns:p14="http://schemas.microsoft.com/office/powerpoint/2010/main" val="421931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Carbon chains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1650525"/>
                <a:ext cx="11430000" cy="4351338"/>
              </a:xfrm>
            </p:spPr>
            <p:txBody>
              <a:bodyPr/>
              <a:lstStyle/>
              <a:p>
                <a:r>
                  <a:rPr lang="en-US" sz="3000" dirty="0" smtClean="0">
                    <a:solidFill>
                      <a:schemeClr val="tx1">
                        <a:lumMod val="75000"/>
                        <a:lumOff val="25000"/>
                      </a:schemeClr>
                    </a:solidFill>
                    <a:latin typeface="+mj-lt"/>
                    <a:cs typeface="Arial" pitchFamily="34" charset="0"/>
                  </a:rPr>
                  <a:t>Molecules made </a:t>
                </a:r>
                <a:r>
                  <a:rPr lang="en-US" sz="3000" dirty="0">
                    <a:solidFill>
                      <a:schemeClr val="tx1">
                        <a:lumMod val="75000"/>
                        <a:lumOff val="25000"/>
                      </a:schemeClr>
                    </a:solidFill>
                    <a:latin typeface="+mj-lt"/>
                    <a:cs typeface="Arial" pitchFamily="34" charset="0"/>
                  </a:rPr>
                  <a:t>of C </a:t>
                </a:r>
                <a:r>
                  <a:rPr lang="en-US" sz="3000" dirty="0" smtClean="0">
                    <a:solidFill>
                      <a:schemeClr val="tx1">
                        <a:lumMod val="75000"/>
                        <a:lumOff val="25000"/>
                      </a:schemeClr>
                    </a:solidFill>
                    <a:latin typeface="+mj-lt"/>
                    <a:cs typeface="Arial" pitchFamily="34" charset="0"/>
                  </a:rPr>
                  <a:t>and </a:t>
                </a:r>
                <a:r>
                  <a:rPr lang="en-US" sz="3000" dirty="0">
                    <a:solidFill>
                      <a:schemeClr val="tx1">
                        <a:lumMod val="75000"/>
                        <a:lumOff val="25000"/>
                      </a:schemeClr>
                    </a:solidFill>
                    <a:latin typeface="+mj-lt"/>
                    <a:cs typeface="Arial" pitchFamily="34" charset="0"/>
                  </a:rPr>
                  <a:t>H are called </a:t>
                </a:r>
                <a:r>
                  <a:rPr lang="en-US" sz="3000" b="1" u="sng" dirty="0" smtClean="0">
                    <a:solidFill>
                      <a:schemeClr val="tx1">
                        <a:lumMod val="75000"/>
                        <a:lumOff val="25000"/>
                      </a:schemeClr>
                    </a:solidFill>
                    <a:latin typeface="+mj-lt"/>
                    <a:cs typeface="Arial" pitchFamily="34" charset="0"/>
                  </a:rPr>
                  <a:t>hydrocarbons</a:t>
                </a:r>
                <a:r>
                  <a:rPr lang="en-US" sz="3000" dirty="0">
                    <a:solidFill>
                      <a:schemeClr val="tx1">
                        <a:lumMod val="75000"/>
                        <a:lumOff val="25000"/>
                      </a:schemeClr>
                    </a:solidFill>
                    <a:latin typeface="+mj-lt"/>
                    <a:cs typeface="Arial" pitchFamily="34" charset="0"/>
                  </a:rPr>
                  <a:t>, and have:</a:t>
                </a:r>
                <a:endParaRPr lang="en-CA" sz="3000" dirty="0">
                  <a:solidFill>
                    <a:schemeClr val="tx1">
                      <a:lumMod val="75000"/>
                      <a:lumOff val="25000"/>
                    </a:schemeClr>
                  </a:solidFill>
                  <a:latin typeface="+mj-lt"/>
                  <a:cs typeface="Arial" pitchFamily="34" charset="0"/>
                </a:endParaRPr>
              </a:p>
              <a:p>
                <a:pPr lvl="1">
                  <a:buFont typeface="Wingdings" pitchFamily="2" charset="2"/>
                  <a:buChar char="ü"/>
                </a:pPr>
                <a:r>
                  <a:rPr lang="en-US" sz="3000" dirty="0">
                    <a:solidFill>
                      <a:schemeClr val="tx1">
                        <a:lumMod val="75000"/>
                        <a:lumOff val="25000"/>
                      </a:schemeClr>
                    </a:solidFill>
                    <a:latin typeface="+mj-lt"/>
                    <a:cs typeface="Arial" pitchFamily="34" charset="0"/>
                  </a:rPr>
                  <a:t>a symmetrical shape </a:t>
                </a:r>
                <a:endParaRPr lang="en-CA" sz="3000" dirty="0">
                  <a:solidFill>
                    <a:schemeClr val="tx1">
                      <a:lumMod val="75000"/>
                      <a:lumOff val="25000"/>
                    </a:schemeClr>
                  </a:solidFill>
                  <a:latin typeface="+mj-lt"/>
                  <a:cs typeface="Arial" pitchFamily="34" charset="0"/>
                </a:endParaRPr>
              </a:p>
              <a:p>
                <a:pPr lvl="1">
                  <a:buFont typeface="Wingdings" pitchFamily="2" charset="2"/>
                  <a:buChar char="ü"/>
                </a:pPr>
                <a:r>
                  <a:rPr lang="en-US" sz="3000" dirty="0">
                    <a:solidFill>
                      <a:schemeClr val="tx1">
                        <a:lumMod val="75000"/>
                        <a:lumOff val="25000"/>
                      </a:schemeClr>
                    </a:solidFill>
                    <a:latin typeface="+mj-lt"/>
                    <a:cs typeface="Arial" pitchFamily="34" charset="0"/>
                  </a:rPr>
                  <a:t>an even distribution of electrical </a:t>
                </a:r>
                <a:r>
                  <a:rPr lang="en-US" sz="3000" dirty="0" smtClean="0">
                    <a:solidFill>
                      <a:schemeClr val="tx1">
                        <a:lumMod val="75000"/>
                        <a:lumOff val="25000"/>
                      </a:schemeClr>
                    </a:solidFill>
                    <a:latin typeface="+mj-lt"/>
                    <a:cs typeface="Arial" pitchFamily="34" charset="0"/>
                  </a:rPr>
                  <a:t>charges</a:t>
                </a:r>
              </a:p>
              <a:p>
                <a:pPr lvl="2">
                  <a:buFont typeface="Wingdings" pitchFamily="2" charset="2"/>
                  <a:buChar char="ü"/>
                </a:pPr>
                <a14:m>
                  <m:oMath xmlns:m="http://schemas.openxmlformats.org/officeDocument/2006/math">
                    <m:r>
                      <a:rPr lang="en-US" sz="2600" i="1">
                        <a:solidFill>
                          <a:schemeClr val="tx1">
                            <a:lumMod val="75000"/>
                            <a:lumOff val="25000"/>
                          </a:schemeClr>
                        </a:solidFill>
                        <a:latin typeface="Cambria Math" panose="02040503050406030204" pitchFamily="18" charset="0"/>
                        <a:ea typeface="Cambria Math"/>
                      </a:rPr>
                      <m:t>∴</m:t>
                    </m:r>
                  </m:oMath>
                </a14:m>
                <a:r>
                  <a:rPr lang="en-US" sz="2600" dirty="0">
                    <a:solidFill>
                      <a:schemeClr val="tx1">
                        <a:lumMod val="75000"/>
                        <a:lumOff val="25000"/>
                      </a:schemeClr>
                    </a:solidFill>
                    <a:latin typeface="+mj-lt"/>
                    <a:cs typeface="Arial" pitchFamily="34" charset="0"/>
                  </a:rPr>
                  <a:t> </a:t>
                </a:r>
                <a:r>
                  <a:rPr lang="en-US" sz="2600" b="1" u="sng" dirty="0">
                    <a:solidFill>
                      <a:schemeClr val="tx1">
                        <a:lumMod val="75000"/>
                        <a:lumOff val="25000"/>
                      </a:schemeClr>
                    </a:solidFill>
                    <a:latin typeface="+mj-lt"/>
                    <a:cs typeface="Arial" pitchFamily="34" charset="0"/>
                  </a:rPr>
                  <a:t>non-polar</a:t>
                </a:r>
                <a:r>
                  <a:rPr lang="en-US" sz="2600" dirty="0">
                    <a:solidFill>
                      <a:schemeClr val="tx1">
                        <a:lumMod val="75000"/>
                        <a:lumOff val="25000"/>
                      </a:schemeClr>
                    </a:solidFill>
                    <a:latin typeface="+mj-lt"/>
                    <a:cs typeface="Arial" pitchFamily="34" charset="0"/>
                  </a:rPr>
                  <a:t>, and generally </a:t>
                </a:r>
                <a:r>
                  <a:rPr lang="en-US" sz="2600" b="1" u="sng" dirty="0" smtClean="0">
                    <a:solidFill>
                      <a:schemeClr val="tx1">
                        <a:lumMod val="75000"/>
                        <a:lumOff val="25000"/>
                      </a:schemeClr>
                    </a:solidFill>
                    <a:latin typeface="+mj-lt"/>
                    <a:cs typeface="Arial" pitchFamily="34" charset="0"/>
                  </a:rPr>
                  <a:t>non-reactive</a:t>
                </a:r>
                <a:r>
                  <a:rPr lang="en-US" sz="2600" dirty="0">
                    <a:latin typeface="+mj-lt"/>
                    <a:cs typeface="Arial" pitchFamily="34" charset="0"/>
                  </a:rPr>
                  <a:t> </a:t>
                </a:r>
                <a:r>
                  <a:rPr lang="en-US" sz="2600" dirty="0" smtClean="0">
                    <a:solidFill>
                      <a:schemeClr val="tx1">
                        <a:lumMod val="75000"/>
                        <a:lumOff val="25000"/>
                      </a:schemeClr>
                    </a:solidFill>
                    <a:latin typeface="+mj-lt"/>
                    <a:cs typeface="Arial" pitchFamily="34" charset="0"/>
                  </a:rPr>
                  <a:t>with other molecules </a:t>
                </a:r>
                <a:endParaRPr lang="en-CA" sz="2600" dirty="0">
                  <a:solidFill>
                    <a:schemeClr val="tx1">
                      <a:lumMod val="75000"/>
                      <a:lumOff val="25000"/>
                    </a:schemeClr>
                  </a:solidFill>
                  <a:latin typeface="+mj-lt"/>
                  <a:cs typeface="Arial" pitchFamily="34" charset="0"/>
                </a:endParaRP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1650525"/>
                <a:ext cx="11430000" cy="4351338"/>
              </a:xfrm>
              <a:blipFill>
                <a:blip r:embed="rId3"/>
                <a:stretch>
                  <a:fillRect l="-1120" t="-2801" r="-267"/>
                </a:stretch>
              </a:blipFill>
            </p:spPr>
            <p:txBody>
              <a:bodyPr/>
              <a:lstStyle/>
              <a:p>
                <a:r>
                  <a:rPr lang="en-US">
                    <a:noFill/>
                  </a:rPr>
                  <a:t> </a:t>
                </a:r>
              </a:p>
            </p:txBody>
          </p:sp>
        </mc:Fallback>
      </mc:AlternateContent>
      <p:pic>
        <p:nvPicPr>
          <p:cNvPr id="7" name="Picture 6" descr="http://www.websters-online-dictionary.org/images/wiki/wikipedia/commons/thumb/b/b8/Octane_molecule_3D_model.png/250px-Octane_molecule_3D_model.png"/>
          <p:cNvPicPr>
            <a:picLocks noChangeAspect="1" noChangeArrowheads="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93193" y="4320318"/>
            <a:ext cx="5333239" cy="17704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http://www.green-planet-solar-energy.com/images/octane-3.gif"/>
          <p:cNvPicPr>
            <a:picLocks noChangeAspect="1" noChangeArrowheads="1"/>
          </p:cNvPicPr>
          <p:nvPr/>
        </p:nvPicPr>
        <p:blipFill rotWithShape="1">
          <a:blip r:embed="rId5">
            <a:duotone>
              <a:prstClr val="black"/>
              <a:schemeClr val="accent6">
                <a:tint val="45000"/>
                <a:satMod val="400000"/>
              </a:schemeClr>
            </a:duotone>
            <a:extLst>
              <a:ext uri="{28A0092B-C50C-407E-A947-70E740481C1C}">
                <a14:useLocalDpi xmlns:a14="http://schemas.microsoft.com/office/drawing/2010/main" val="0"/>
              </a:ext>
            </a:extLst>
          </a:blip>
          <a:srcRect t="59619"/>
          <a:stretch/>
        </p:blipFill>
        <p:spPr bwMode="auto">
          <a:xfrm>
            <a:off x="381000" y="4315698"/>
            <a:ext cx="6026884" cy="17750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6"/>
          <a:stretch>
            <a:fillRect/>
          </a:stretch>
        </p:blipFill>
        <p:spPr>
          <a:xfrm>
            <a:off x="6920077" y="3923866"/>
            <a:ext cx="4884806" cy="2674831"/>
          </a:xfrm>
          <a:prstGeom prst="rect">
            <a:avLst/>
          </a:prstGeom>
        </p:spPr>
      </p:pic>
    </p:spTree>
    <p:extLst>
      <p:ext uri="{BB962C8B-B14F-4D97-AF65-F5344CB8AC3E}">
        <p14:creationId xmlns:p14="http://schemas.microsoft.com/office/powerpoint/2010/main" val="162603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Functional groups</a:t>
            </a:r>
          </a:p>
        </p:txBody>
      </p:sp>
      <p:sp>
        <p:nvSpPr>
          <p:cNvPr id="3" name="Content Placeholder 2"/>
          <p:cNvSpPr>
            <a:spLocks noGrp="1"/>
          </p:cNvSpPr>
          <p:nvPr>
            <p:ph idx="1"/>
          </p:nvPr>
        </p:nvSpPr>
        <p:spPr>
          <a:xfrm>
            <a:off x="381000" y="1825625"/>
            <a:ext cx="5747426" cy="4351338"/>
          </a:xfrm>
        </p:spPr>
        <p:txBody>
          <a:bodyPr>
            <a:normAutofit lnSpcReduction="10000"/>
          </a:bodyPr>
          <a:lstStyle/>
          <a:p>
            <a:pPr>
              <a:buClr>
                <a:schemeClr val="tx1"/>
              </a:buClr>
              <a:tabLst>
                <a:tab pos="2743200" algn="l"/>
              </a:tabLst>
            </a:pPr>
            <a:r>
              <a:rPr lang="en-US" altLang="en-US" b="1" u="sng" dirty="0"/>
              <a:t>Functional</a:t>
            </a:r>
            <a:r>
              <a:rPr lang="en-US" altLang="en-US" b="1" dirty="0"/>
              <a:t> </a:t>
            </a:r>
            <a:r>
              <a:rPr lang="en-US" altLang="en-US" b="1" u="sng" dirty="0"/>
              <a:t>groups</a:t>
            </a:r>
            <a:r>
              <a:rPr lang="en-US" altLang="en-US" b="1" dirty="0"/>
              <a:t> </a:t>
            </a:r>
            <a:r>
              <a:rPr lang="en-US" altLang="en-US" dirty="0" smtClean="0"/>
              <a:t>are </a:t>
            </a:r>
            <a:r>
              <a:rPr lang="en-US" altLang="en-US" dirty="0"/>
              <a:t>the part of organic molecules that are involved in </a:t>
            </a:r>
            <a:r>
              <a:rPr lang="en-US" altLang="en-US" b="1" u="sng" dirty="0"/>
              <a:t>chemical</a:t>
            </a:r>
            <a:r>
              <a:rPr lang="en-US" altLang="en-US" dirty="0"/>
              <a:t> </a:t>
            </a:r>
            <a:r>
              <a:rPr lang="en-US" altLang="en-US" b="1" u="sng" dirty="0"/>
              <a:t>reactions</a:t>
            </a:r>
            <a:r>
              <a:rPr lang="en-US" altLang="en-US" dirty="0"/>
              <a:t> </a:t>
            </a:r>
          </a:p>
          <a:p>
            <a:pPr>
              <a:buClr>
                <a:schemeClr val="tx1"/>
              </a:buClr>
              <a:tabLst>
                <a:tab pos="2743200" algn="l"/>
              </a:tabLst>
            </a:pPr>
            <a:r>
              <a:rPr lang="en-US" altLang="en-US" dirty="0"/>
              <a:t>Functional groups are </a:t>
            </a:r>
            <a:r>
              <a:rPr lang="en-US" altLang="en-US" b="1" u="sng" dirty="0"/>
              <a:t>covalently</a:t>
            </a:r>
            <a:r>
              <a:rPr lang="en-US" altLang="en-US" dirty="0"/>
              <a:t> bonded to a hydrocarbon </a:t>
            </a:r>
            <a:r>
              <a:rPr lang="en-US" altLang="en-US" dirty="0" smtClean="0"/>
              <a:t>skeleton</a:t>
            </a:r>
          </a:p>
          <a:p>
            <a:pPr>
              <a:buClr>
                <a:schemeClr val="tx1"/>
              </a:buClr>
              <a:tabLst>
                <a:tab pos="2743200" algn="l"/>
              </a:tabLst>
            </a:pPr>
            <a:r>
              <a:rPr lang="en-US" altLang="en-US" dirty="0" smtClean="0"/>
              <a:t>Contain </a:t>
            </a:r>
            <a:r>
              <a:rPr lang="en-US" altLang="en-US" b="1" u="sng" dirty="0" smtClean="0"/>
              <a:t>P, O, N, or S</a:t>
            </a:r>
          </a:p>
          <a:p>
            <a:pPr>
              <a:buClr>
                <a:schemeClr val="tx1"/>
              </a:buClr>
              <a:tabLst>
                <a:tab pos="2743200" algn="l"/>
              </a:tabLst>
            </a:pPr>
            <a:r>
              <a:rPr lang="en-US" altLang="en-US" dirty="0" smtClean="0"/>
              <a:t>The </a:t>
            </a:r>
            <a:r>
              <a:rPr lang="en-US" altLang="en-US" b="1" u="sng" dirty="0"/>
              <a:t>number</a:t>
            </a:r>
            <a:r>
              <a:rPr lang="en-US" altLang="en-US" dirty="0"/>
              <a:t> and </a:t>
            </a:r>
            <a:r>
              <a:rPr lang="en-US" altLang="en-US" b="1" u="sng" dirty="0"/>
              <a:t>arrangement</a:t>
            </a:r>
            <a:r>
              <a:rPr lang="en-US" altLang="en-US" dirty="0"/>
              <a:t> of </a:t>
            </a:r>
            <a:r>
              <a:rPr lang="en-US" altLang="en-US" b="1" u="sng" dirty="0"/>
              <a:t>functional</a:t>
            </a:r>
            <a:r>
              <a:rPr lang="en-US" altLang="en-US" dirty="0"/>
              <a:t> </a:t>
            </a:r>
            <a:r>
              <a:rPr lang="en-US" altLang="en-US" b="1" u="sng" dirty="0"/>
              <a:t>groups</a:t>
            </a:r>
            <a:r>
              <a:rPr lang="en-US" altLang="en-US" dirty="0"/>
              <a:t> help give each molecule its </a:t>
            </a:r>
            <a:r>
              <a:rPr lang="en-US" altLang="en-US" b="1" u="sng" dirty="0"/>
              <a:t>unique</a:t>
            </a:r>
            <a:r>
              <a:rPr lang="en-US" altLang="en-US" dirty="0"/>
              <a:t> </a:t>
            </a:r>
            <a:r>
              <a:rPr lang="en-US" altLang="en-US" b="1" u="sng" dirty="0"/>
              <a:t>properties</a:t>
            </a:r>
            <a:r>
              <a:rPr lang="en-US" altLang="en-US" dirty="0"/>
              <a:t> (i.e. how it functions</a:t>
            </a:r>
            <a:r>
              <a:rPr lang="en-US" altLang="en-US" dirty="0" smtClean="0"/>
              <a:t>)!</a:t>
            </a:r>
            <a:endParaRPr lang="en-US" altLang="en-US" dirty="0"/>
          </a:p>
          <a:p>
            <a:pPr>
              <a:buClr>
                <a:srgbClr val="339933"/>
              </a:buClr>
              <a:tabLst>
                <a:tab pos="2743200" algn="l"/>
              </a:tabLst>
            </a:pPr>
            <a:endParaRPr lang="en-US" altLang="en-US" dirty="0">
              <a:solidFill>
                <a:srgbClr val="00B050"/>
              </a:solidFill>
            </a:endParaRPr>
          </a:p>
          <a:p>
            <a:endParaRPr lang="en-US" dirty="0"/>
          </a:p>
        </p:txBody>
      </p:sp>
      <p:pic>
        <p:nvPicPr>
          <p:cNvPr id="11" name="Content Placeholder 4">
            <a:extLst>
              <a:ext uri="{FF2B5EF4-FFF2-40B4-BE49-F238E27FC236}">
                <a16:creationId xmlns:a16="http://schemas.microsoft.com/office/drawing/2014/main" id="{93E6DDF0-4C1D-196A-7150-1B3264848F20}"/>
              </a:ext>
            </a:extLst>
          </p:cNvPr>
          <p:cNvPicPr>
            <a:picLocks noGrp="1" noChangeAspect="1"/>
          </p:cNvPicPr>
          <p:nvPr/>
        </p:nvPicPr>
        <p:blipFill rotWithShape="1">
          <a:blip r:embed="rId2"/>
          <a:srcRect l="9908" t="4532" r="10824" b="18414"/>
          <a:stretch/>
        </p:blipFill>
        <p:spPr bwMode="auto">
          <a:xfrm>
            <a:off x="10090817" y="541733"/>
            <a:ext cx="1415678" cy="150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839A1D01-8E6C-FE27-5417-B3BEF0AB7C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7040" y="3063609"/>
            <a:ext cx="2668255" cy="16167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C50FB25-746A-1F9D-0FD5-2688A03D43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86414" y="2547624"/>
            <a:ext cx="1473326" cy="73666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Functional Groups | CK-12 Foundation">
            <a:extLst>
              <a:ext uri="{FF2B5EF4-FFF2-40B4-BE49-F238E27FC236}">
                <a16:creationId xmlns:a16="http://schemas.microsoft.com/office/drawing/2014/main" id="{B452814D-96C8-BC8B-CD2B-51809A3A0D3B}"/>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10053118" y="3581726"/>
            <a:ext cx="1886035" cy="11740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Organic Compounds with Functional Groups">
            <a:extLst>
              <a:ext uri="{FF2B5EF4-FFF2-40B4-BE49-F238E27FC236}">
                <a16:creationId xmlns:a16="http://schemas.microsoft.com/office/drawing/2014/main" id="{59F3D26F-62BE-13F6-F562-2BA8A5DD410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150"/>
          <a:stretch/>
        </p:blipFill>
        <p:spPr bwMode="auto">
          <a:xfrm>
            <a:off x="9765357" y="5159450"/>
            <a:ext cx="2173796" cy="13755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chemistry -organic-functional groups">
            <a:extLst>
              <a:ext uri="{FF2B5EF4-FFF2-40B4-BE49-F238E27FC236}">
                <a16:creationId xmlns:a16="http://schemas.microsoft.com/office/drawing/2014/main" id="{FFED5868-0069-86A3-95EE-603656351A7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374" t="15083" r="17131" b="8798"/>
          <a:stretch/>
        </p:blipFill>
        <p:spPr bwMode="auto">
          <a:xfrm>
            <a:off x="7004503" y="5239740"/>
            <a:ext cx="1657493" cy="132081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Chemistry: Do you know these three functional groups?">
            <a:extLst>
              <a:ext uri="{FF2B5EF4-FFF2-40B4-BE49-F238E27FC236}">
                <a16:creationId xmlns:a16="http://schemas.microsoft.com/office/drawing/2014/main" id="{7E6DDCCE-E762-FACE-1F9D-B22FECD735C3}"/>
              </a:ext>
            </a:extLst>
          </p:cNvPr>
          <p:cNvPicPr>
            <a:picLocks noChangeAspect="1" noChangeArrowheads="1"/>
          </p:cNvPicPr>
          <p:nvPr/>
        </p:nvPicPr>
        <p:blipFill>
          <a:blip r:embed="rId8">
            <a:grayscl/>
            <a:extLst>
              <a:ext uri="{28A0092B-C50C-407E-A947-70E740481C1C}">
                <a14:useLocalDpi xmlns:a14="http://schemas.microsoft.com/office/drawing/2010/main" val="0"/>
              </a:ext>
            </a:extLst>
          </a:blip>
          <a:srcRect/>
          <a:stretch>
            <a:fillRect/>
          </a:stretch>
        </p:blipFill>
        <p:spPr bwMode="auto">
          <a:xfrm>
            <a:off x="7004503" y="1696153"/>
            <a:ext cx="1473327" cy="808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49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6169"/>
            <a:ext cx="11430000" cy="1325563"/>
          </a:xfrm>
        </p:spPr>
        <p:txBody>
          <a:bodyPr/>
          <a:lstStyle/>
          <a:p>
            <a:pPr algn="ctr"/>
            <a:r>
              <a:rPr lang="en-US" dirty="0"/>
              <a:t>Functional groups</a:t>
            </a:r>
          </a:p>
        </p:txBody>
      </p:sp>
      <p:pic>
        <p:nvPicPr>
          <p:cNvPr id="4" name="Content Placeholder 4">
            <a:extLst>
              <a:ext uri="{FF2B5EF4-FFF2-40B4-BE49-F238E27FC236}">
                <a16:creationId xmlns:a16="http://schemas.microsoft.com/office/drawing/2014/main" id="{93E6DDF0-4C1D-196A-7150-1B3264848F20}"/>
              </a:ext>
            </a:extLst>
          </p:cNvPr>
          <p:cNvPicPr>
            <a:picLocks noGrp="1" noChangeAspect="1"/>
          </p:cNvPicPr>
          <p:nvPr/>
        </p:nvPicPr>
        <p:blipFill rotWithShape="1">
          <a:blip r:embed="rId3"/>
          <a:srcRect l="9908" t="4532" r="10824" b="18414"/>
          <a:stretch/>
        </p:blipFill>
        <p:spPr bwMode="auto">
          <a:xfrm>
            <a:off x="7290647" y="1462713"/>
            <a:ext cx="1757242" cy="186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39A1D01-8E6C-FE27-5417-B3BEF0AB7C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2263" y="1385540"/>
            <a:ext cx="3312031" cy="20067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C50FB25-746A-1F9D-0FD5-2688A03D434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1600" y="3603088"/>
            <a:ext cx="18288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Functional Groups | CK-12 Foundation">
            <a:extLst>
              <a:ext uri="{FF2B5EF4-FFF2-40B4-BE49-F238E27FC236}">
                <a16:creationId xmlns:a16="http://schemas.microsoft.com/office/drawing/2014/main" id="{B452814D-96C8-BC8B-CD2B-51809A3A0D3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4352" y="3392309"/>
            <a:ext cx="2341084" cy="14573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Organic Compounds with Functional Groups">
            <a:extLst>
              <a:ext uri="{FF2B5EF4-FFF2-40B4-BE49-F238E27FC236}">
                <a16:creationId xmlns:a16="http://schemas.microsoft.com/office/drawing/2014/main" id="{59F3D26F-62BE-13F6-F562-2BA8A5DD410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150"/>
          <a:stretch/>
        </p:blipFill>
        <p:spPr bwMode="auto">
          <a:xfrm>
            <a:off x="8678459" y="3539846"/>
            <a:ext cx="2698272" cy="17074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chemistry -organic-functional groups">
            <a:extLst>
              <a:ext uri="{FF2B5EF4-FFF2-40B4-BE49-F238E27FC236}">
                <a16:creationId xmlns:a16="http://schemas.microsoft.com/office/drawing/2014/main" id="{FFED5868-0069-86A3-95EE-603656351A7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374" t="15083" r="17131" b="8798"/>
          <a:stretch/>
        </p:blipFill>
        <p:spPr bwMode="auto">
          <a:xfrm>
            <a:off x="3011288" y="5037215"/>
            <a:ext cx="2057400" cy="16394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Chemistry: Do you know these three functional groups?">
            <a:extLst>
              <a:ext uri="{FF2B5EF4-FFF2-40B4-BE49-F238E27FC236}">
                <a16:creationId xmlns:a16="http://schemas.microsoft.com/office/drawing/2014/main" id="{7E6DDCCE-E762-FACE-1F9D-B22FECD735C3}"/>
              </a:ext>
            </a:extLst>
          </p:cNvPr>
          <p:cNvPicPr>
            <a:picLocks noChangeAspect="1" noChangeArrowheads="1"/>
          </p:cNvPicPr>
          <p:nvPr/>
        </p:nvPicPr>
        <p:blipFill>
          <a:blip r:embed="rId9">
            <a:grayscl/>
            <a:extLst>
              <a:ext uri="{28A0092B-C50C-407E-A947-70E740481C1C}">
                <a14:useLocalDpi xmlns:a14="http://schemas.microsoft.com/office/drawing/2010/main" val="0"/>
              </a:ext>
            </a:extLst>
          </a:blip>
          <a:srcRect/>
          <a:stretch>
            <a:fillRect/>
          </a:stretch>
        </p:blipFill>
        <p:spPr bwMode="auto">
          <a:xfrm>
            <a:off x="6765353" y="5536050"/>
            <a:ext cx="1828800" cy="1002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047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Hydroxyl </a:t>
            </a:r>
            <a:endParaRPr lang="en-US" dirty="0"/>
          </a:p>
        </p:txBody>
      </p:sp>
      <p:sp>
        <p:nvSpPr>
          <p:cNvPr id="3" name="Content Placeholder 2"/>
          <p:cNvSpPr>
            <a:spLocks noGrp="1"/>
          </p:cNvSpPr>
          <p:nvPr>
            <p:ph idx="1"/>
          </p:nvPr>
        </p:nvSpPr>
        <p:spPr>
          <a:xfrm>
            <a:off x="381000" y="1825625"/>
            <a:ext cx="6486728" cy="4351338"/>
          </a:xfrm>
        </p:spPr>
        <p:txBody>
          <a:bodyPr>
            <a:normAutofit fontScale="92500" lnSpcReduction="10000"/>
          </a:bodyPr>
          <a:lstStyle/>
          <a:p>
            <a:r>
              <a:rPr lang="en-US" b="1" dirty="0" smtClean="0"/>
              <a:t>Formula</a:t>
            </a:r>
            <a:r>
              <a:rPr lang="en-US" dirty="0" smtClean="0"/>
              <a:t>: -OH (or HO-)</a:t>
            </a:r>
          </a:p>
          <a:p>
            <a:r>
              <a:rPr lang="en-US" b="1" dirty="0" smtClean="0"/>
              <a:t>Structure</a:t>
            </a:r>
            <a:r>
              <a:rPr lang="en-US" dirty="0" smtClean="0"/>
              <a:t>: a </a:t>
            </a:r>
            <a:r>
              <a:rPr lang="en-US" b="1" dirty="0" smtClean="0"/>
              <a:t>hydrogen</a:t>
            </a:r>
            <a:r>
              <a:rPr lang="en-US" dirty="0" smtClean="0"/>
              <a:t> atom </a:t>
            </a:r>
            <a:r>
              <a:rPr lang="en-US" dirty="0" smtClean="0"/>
              <a:t>is </a:t>
            </a:r>
            <a:r>
              <a:rPr lang="en-US" b="1" dirty="0" smtClean="0"/>
              <a:t>bonded</a:t>
            </a:r>
            <a:r>
              <a:rPr lang="en-US" dirty="0" smtClean="0"/>
              <a:t> to an </a:t>
            </a:r>
            <a:r>
              <a:rPr lang="en-US" b="1" dirty="0" smtClean="0"/>
              <a:t>oxygen</a:t>
            </a:r>
            <a:r>
              <a:rPr lang="en-US" dirty="0" smtClean="0"/>
              <a:t> atom, which in turn is bonded to the carbon skeleton of the organic molecule</a:t>
            </a:r>
          </a:p>
          <a:p>
            <a:r>
              <a:rPr lang="en-US" b="1" dirty="0" smtClean="0"/>
              <a:t>Family of molecules</a:t>
            </a:r>
            <a:r>
              <a:rPr lang="en-US" dirty="0" smtClean="0"/>
              <a:t>: alcohols</a:t>
            </a:r>
          </a:p>
          <a:p>
            <a:r>
              <a:rPr lang="en-US" b="1" dirty="0" smtClean="0"/>
              <a:t>Example</a:t>
            </a:r>
            <a:r>
              <a:rPr lang="en-US" dirty="0" smtClean="0"/>
              <a:t>: ethanol</a:t>
            </a:r>
          </a:p>
          <a:p>
            <a:r>
              <a:rPr lang="en-US" b="1" dirty="0" smtClean="0"/>
              <a:t>Properties</a:t>
            </a:r>
            <a:r>
              <a:rPr lang="en-US" dirty="0" smtClean="0"/>
              <a:t>: </a:t>
            </a:r>
          </a:p>
          <a:p>
            <a:pPr lvl="1"/>
            <a:r>
              <a:rPr lang="en-US" b="1" dirty="0" smtClean="0"/>
              <a:t>Polar </a:t>
            </a:r>
            <a:r>
              <a:rPr lang="en-US" b="1" dirty="0" smtClean="0">
                <a:sym typeface="Wingdings" panose="05000000000000000000" pitchFamily="2" charset="2"/>
              </a:rPr>
              <a:t> </a:t>
            </a:r>
            <a:r>
              <a:rPr lang="en-US" dirty="0" smtClean="0">
                <a:sym typeface="Wingdings" panose="05000000000000000000" pitchFamily="2" charset="2"/>
              </a:rPr>
              <a:t>electronegative oxygen </a:t>
            </a:r>
            <a:endParaRPr lang="en-US" dirty="0" smtClean="0"/>
          </a:p>
          <a:p>
            <a:pPr lvl="1"/>
            <a:r>
              <a:rPr lang="en-US" b="1" dirty="0" smtClean="0"/>
              <a:t>Hydrophilic (“water-loving”)</a:t>
            </a:r>
            <a:r>
              <a:rPr lang="en-US" b="1" dirty="0"/>
              <a:t> </a:t>
            </a:r>
            <a:r>
              <a:rPr lang="en-US" b="1" dirty="0" smtClean="0">
                <a:sym typeface="Wingdings" panose="05000000000000000000" pitchFamily="2" charset="2"/>
              </a:rPr>
              <a:t> </a:t>
            </a:r>
            <a:r>
              <a:rPr lang="en-US" dirty="0">
                <a:sym typeface="Wingdings" panose="05000000000000000000" pitchFamily="2" charset="2"/>
              </a:rPr>
              <a:t>a</a:t>
            </a:r>
            <a:r>
              <a:rPr lang="en-US" dirty="0" smtClean="0"/>
              <a:t>ttracts </a:t>
            </a:r>
            <a:r>
              <a:rPr lang="en-US" dirty="0" smtClean="0"/>
              <a:t>water molecules through hydrogen bonding </a:t>
            </a:r>
            <a:r>
              <a:rPr lang="en-US" dirty="0" smtClean="0">
                <a:sym typeface="Wingdings" panose="05000000000000000000" pitchFamily="2" charset="2"/>
              </a:rPr>
              <a:t> increases solubility </a:t>
            </a:r>
            <a:endParaRPr lang="en-US" dirty="0" smtClean="0"/>
          </a:p>
        </p:txBody>
      </p:sp>
      <p:pic>
        <p:nvPicPr>
          <p:cNvPr id="5" name="Picture 4"/>
          <p:cNvPicPr>
            <a:picLocks noChangeAspect="1"/>
          </p:cNvPicPr>
          <p:nvPr/>
        </p:nvPicPr>
        <p:blipFill>
          <a:blip r:embed="rId3"/>
          <a:stretch>
            <a:fillRect/>
          </a:stretch>
        </p:blipFill>
        <p:spPr>
          <a:xfrm>
            <a:off x="8254608" y="264859"/>
            <a:ext cx="3634213" cy="1289117"/>
          </a:xfrm>
          <a:prstGeom prst="rect">
            <a:avLst/>
          </a:prstGeom>
        </p:spPr>
      </p:pic>
      <p:pic>
        <p:nvPicPr>
          <p:cNvPr id="4" name="Picture 3"/>
          <p:cNvPicPr>
            <a:picLocks noChangeAspect="1"/>
          </p:cNvPicPr>
          <p:nvPr/>
        </p:nvPicPr>
        <p:blipFill>
          <a:blip r:embed="rId4"/>
          <a:stretch>
            <a:fillRect/>
          </a:stretch>
        </p:blipFill>
        <p:spPr>
          <a:xfrm>
            <a:off x="6991354" y="3395865"/>
            <a:ext cx="4834926" cy="1322050"/>
          </a:xfrm>
          <a:prstGeom prst="rect">
            <a:avLst/>
          </a:prstGeom>
        </p:spPr>
      </p:pic>
    </p:spTree>
    <p:extLst>
      <p:ext uri="{BB962C8B-B14F-4D97-AF65-F5344CB8AC3E}">
        <p14:creationId xmlns:p14="http://schemas.microsoft.com/office/powerpoint/2010/main" val="258752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Carbonyl</a:t>
            </a:r>
            <a:endParaRPr lang="en-US" dirty="0"/>
          </a:p>
        </p:txBody>
      </p:sp>
      <p:sp>
        <p:nvSpPr>
          <p:cNvPr id="3" name="Content Placeholder 2"/>
          <p:cNvSpPr>
            <a:spLocks noGrp="1"/>
          </p:cNvSpPr>
          <p:nvPr>
            <p:ph idx="1"/>
          </p:nvPr>
        </p:nvSpPr>
        <p:spPr>
          <a:xfrm>
            <a:off x="478277" y="1773799"/>
            <a:ext cx="6272720" cy="4896189"/>
          </a:xfrm>
        </p:spPr>
        <p:txBody>
          <a:bodyPr>
            <a:normAutofit fontScale="92500"/>
          </a:bodyPr>
          <a:lstStyle/>
          <a:p>
            <a:r>
              <a:rPr lang="en-US" b="1" dirty="0"/>
              <a:t>Formula</a:t>
            </a:r>
            <a:r>
              <a:rPr lang="en-US" dirty="0" smtClean="0"/>
              <a:t>:   C=O</a:t>
            </a:r>
            <a:endParaRPr lang="en-US" dirty="0"/>
          </a:p>
          <a:p>
            <a:r>
              <a:rPr lang="en-US" b="1" dirty="0"/>
              <a:t>Structure</a:t>
            </a:r>
            <a:r>
              <a:rPr lang="en-US" dirty="0"/>
              <a:t>: </a:t>
            </a:r>
            <a:r>
              <a:rPr lang="en-US" dirty="0" smtClean="0"/>
              <a:t>consists of a </a:t>
            </a:r>
            <a:r>
              <a:rPr lang="en-US" b="1" dirty="0" smtClean="0"/>
              <a:t>carbon</a:t>
            </a:r>
            <a:r>
              <a:rPr lang="en-US" dirty="0" smtClean="0"/>
              <a:t> atom joined to an </a:t>
            </a:r>
            <a:r>
              <a:rPr lang="en-US" b="1" dirty="0" smtClean="0"/>
              <a:t>oxygen</a:t>
            </a:r>
            <a:r>
              <a:rPr lang="en-US" dirty="0" smtClean="0"/>
              <a:t> atom by a double bond</a:t>
            </a:r>
            <a:endParaRPr lang="en-US" dirty="0"/>
          </a:p>
          <a:p>
            <a:r>
              <a:rPr lang="en-US" b="1" dirty="0"/>
              <a:t>Family of molecules</a:t>
            </a:r>
            <a:r>
              <a:rPr lang="en-US" dirty="0"/>
              <a:t>: </a:t>
            </a:r>
            <a:r>
              <a:rPr lang="en-US" dirty="0" smtClean="0"/>
              <a:t>ketones (</a:t>
            </a:r>
            <a:r>
              <a:rPr lang="en-US" i="1" dirty="0" smtClean="0"/>
              <a:t>within</a:t>
            </a:r>
            <a:r>
              <a:rPr lang="en-US" dirty="0" smtClean="0"/>
              <a:t>) and aldehydes (</a:t>
            </a:r>
            <a:r>
              <a:rPr lang="en-US" i="1" dirty="0" smtClean="0"/>
              <a:t>end</a:t>
            </a:r>
            <a:r>
              <a:rPr lang="en-US" dirty="0" smtClean="0"/>
              <a:t>)</a:t>
            </a:r>
            <a:endParaRPr lang="en-US" dirty="0"/>
          </a:p>
          <a:p>
            <a:r>
              <a:rPr lang="en-US" b="1" dirty="0"/>
              <a:t>Example</a:t>
            </a:r>
            <a:r>
              <a:rPr lang="en-US" dirty="0"/>
              <a:t>: </a:t>
            </a:r>
            <a:r>
              <a:rPr lang="en-US" dirty="0" smtClean="0"/>
              <a:t>acetone and </a:t>
            </a:r>
            <a:r>
              <a:rPr lang="en-US" dirty="0" err="1" smtClean="0"/>
              <a:t>propanal</a:t>
            </a:r>
            <a:endParaRPr lang="en-US" dirty="0"/>
          </a:p>
          <a:p>
            <a:r>
              <a:rPr lang="en-US" b="1" dirty="0"/>
              <a:t>Properties</a:t>
            </a:r>
            <a:r>
              <a:rPr lang="en-US" dirty="0"/>
              <a:t>: </a:t>
            </a:r>
            <a:endParaRPr lang="en-US" dirty="0" smtClean="0"/>
          </a:p>
          <a:p>
            <a:pPr lvl="1"/>
            <a:r>
              <a:rPr lang="en-US" b="1" dirty="0"/>
              <a:t>Polar </a:t>
            </a:r>
            <a:r>
              <a:rPr lang="en-US" b="1" dirty="0">
                <a:sym typeface="Wingdings" panose="05000000000000000000" pitchFamily="2" charset="2"/>
              </a:rPr>
              <a:t> </a:t>
            </a:r>
            <a:r>
              <a:rPr lang="en-US" dirty="0">
                <a:sym typeface="Wingdings" panose="05000000000000000000" pitchFamily="2" charset="2"/>
              </a:rPr>
              <a:t>electronegative oxygen </a:t>
            </a:r>
            <a:endParaRPr lang="en-US" dirty="0"/>
          </a:p>
          <a:p>
            <a:pPr lvl="1"/>
            <a:r>
              <a:rPr lang="en-US" b="1" dirty="0"/>
              <a:t>Hydrophilic (“water-loving”) </a:t>
            </a:r>
            <a:r>
              <a:rPr lang="en-US" b="1" dirty="0">
                <a:sym typeface="Wingdings" panose="05000000000000000000" pitchFamily="2" charset="2"/>
              </a:rPr>
              <a:t> </a:t>
            </a:r>
            <a:r>
              <a:rPr lang="en-US" dirty="0">
                <a:sym typeface="Wingdings" panose="05000000000000000000" pitchFamily="2" charset="2"/>
              </a:rPr>
              <a:t>a</a:t>
            </a:r>
            <a:r>
              <a:rPr lang="en-US" dirty="0"/>
              <a:t>ttracts water molecules through hydrogen bonding </a:t>
            </a:r>
            <a:r>
              <a:rPr lang="en-US" dirty="0">
                <a:sym typeface="Wingdings" panose="05000000000000000000" pitchFamily="2" charset="2"/>
              </a:rPr>
              <a:t> increases solubility </a:t>
            </a:r>
            <a:endParaRPr lang="en-US" dirty="0"/>
          </a:p>
        </p:txBody>
      </p:sp>
      <p:cxnSp>
        <p:nvCxnSpPr>
          <p:cNvPr id="7" name="Straight Connector 6"/>
          <p:cNvCxnSpPr/>
          <p:nvPr/>
        </p:nvCxnSpPr>
        <p:spPr>
          <a:xfrm>
            <a:off x="2235930" y="1782445"/>
            <a:ext cx="224790" cy="125095"/>
          </a:xfrm>
          <a:prstGeom prst="line">
            <a:avLst/>
          </a:prstGeom>
          <a:ln w="12700"/>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flipV="1">
            <a:off x="2235930" y="2075180"/>
            <a:ext cx="224790" cy="106680"/>
          </a:xfrm>
          <a:prstGeom prst="line">
            <a:avLst/>
          </a:prstGeom>
          <a:ln w="12700"/>
        </p:spPr>
        <p:style>
          <a:lnRef idx="1">
            <a:schemeClr val="dk1"/>
          </a:lnRef>
          <a:fillRef idx="0">
            <a:schemeClr val="dk1"/>
          </a:fillRef>
          <a:effectRef idx="0">
            <a:schemeClr val="dk1"/>
          </a:effectRef>
          <a:fontRef idx="minor">
            <a:schemeClr val="tx1"/>
          </a:fontRef>
        </p:style>
      </p:cxnSp>
      <p:pic>
        <p:nvPicPr>
          <p:cNvPr id="4" name="Picture 3"/>
          <p:cNvPicPr>
            <a:picLocks noChangeAspect="1"/>
          </p:cNvPicPr>
          <p:nvPr/>
        </p:nvPicPr>
        <p:blipFill>
          <a:blip r:embed="rId3"/>
          <a:stretch>
            <a:fillRect/>
          </a:stretch>
        </p:blipFill>
        <p:spPr>
          <a:xfrm>
            <a:off x="8783066" y="267409"/>
            <a:ext cx="3027934" cy="1640131"/>
          </a:xfrm>
          <a:prstGeom prst="rect">
            <a:avLst/>
          </a:prstGeom>
        </p:spPr>
      </p:pic>
      <p:pic>
        <p:nvPicPr>
          <p:cNvPr id="5" name="Picture 4"/>
          <p:cNvPicPr>
            <a:picLocks noChangeAspect="1"/>
          </p:cNvPicPr>
          <p:nvPr/>
        </p:nvPicPr>
        <p:blipFill>
          <a:blip r:embed="rId4"/>
          <a:stretch>
            <a:fillRect/>
          </a:stretch>
        </p:blipFill>
        <p:spPr>
          <a:xfrm>
            <a:off x="7122160" y="3472774"/>
            <a:ext cx="4617782" cy="1547812"/>
          </a:xfrm>
          <a:prstGeom prst="rect">
            <a:avLst/>
          </a:prstGeom>
        </p:spPr>
      </p:pic>
    </p:spTree>
    <p:extLst>
      <p:ext uri="{BB962C8B-B14F-4D97-AF65-F5344CB8AC3E}">
        <p14:creationId xmlns:p14="http://schemas.microsoft.com/office/powerpoint/2010/main" val="127695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Carboxyl</a:t>
            </a:r>
            <a:endParaRPr lang="en-US" dirty="0"/>
          </a:p>
        </p:txBody>
      </p:sp>
      <p:sp>
        <p:nvSpPr>
          <p:cNvPr id="3" name="Content Placeholder 2"/>
          <p:cNvSpPr>
            <a:spLocks noGrp="1"/>
          </p:cNvSpPr>
          <p:nvPr>
            <p:ph idx="1"/>
          </p:nvPr>
        </p:nvSpPr>
        <p:spPr>
          <a:xfrm>
            <a:off x="380999" y="1825624"/>
            <a:ext cx="5718243" cy="4691907"/>
          </a:xfrm>
        </p:spPr>
        <p:txBody>
          <a:bodyPr>
            <a:normAutofit fontScale="92500" lnSpcReduction="20000"/>
          </a:bodyPr>
          <a:lstStyle/>
          <a:p>
            <a:r>
              <a:rPr lang="en-US" b="1" dirty="0"/>
              <a:t>Formula</a:t>
            </a:r>
            <a:r>
              <a:rPr lang="en-US" dirty="0"/>
              <a:t>: </a:t>
            </a:r>
            <a:r>
              <a:rPr lang="en-US" dirty="0" smtClean="0"/>
              <a:t>-COOH</a:t>
            </a:r>
            <a:endParaRPr lang="en-US" dirty="0"/>
          </a:p>
          <a:p>
            <a:r>
              <a:rPr lang="en-US" b="1" dirty="0"/>
              <a:t>Structure</a:t>
            </a:r>
            <a:r>
              <a:rPr lang="en-US" dirty="0"/>
              <a:t>: </a:t>
            </a:r>
            <a:r>
              <a:rPr lang="en-US" dirty="0" smtClean="0"/>
              <a:t>an </a:t>
            </a:r>
            <a:r>
              <a:rPr lang="en-US" b="1" dirty="0" smtClean="0"/>
              <a:t>oxygen</a:t>
            </a:r>
            <a:r>
              <a:rPr lang="en-US" dirty="0" smtClean="0"/>
              <a:t> atom is double-bonded to a carbon that is also bonded to a </a:t>
            </a:r>
            <a:r>
              <a:rPr lang="en-US" b="1" dirty="0" smtClean="0"/>
              <a:t>hydroxyl</a:t>
            </a:r>
            <a:r>
              <a:rPr lang="en-US" dirty="0" smtClean="0"/>
              <a:t> group</a:t>
            </a:r>
            <a:endParaRPr lang="en-US" dirty="0"/>
          </a:p>
          <a:p>
            <a:r>
              <a:rPr lang="en-US" b="1" dirty="0"/>
              <a:t>Family of molecules</a:t>
            </a:r>
            <a:r>
              <a:rPr lang="en-US" dirty="0"/>
              <a:t>: </a:t>
            </a:r>
            <a:r>
              <a:rPr lang="en-US" dirty="0" smtClean="0"/>
              <a:t>carboxylic acids </a:t>
            </a:r>
            <a:endParaRPr lang="en-US" dirty="0"/>
          </a:p>
          <a:p>
            <a:r>
              <a:rPr lang="en-US" b="1" dirty="0"/>
              <a:t>Example</a:t>
            </a:r>
            <a:r>
              <a:rPr lang="en-US" dirty="0"/>
              <a:t>: </a:t>
            </a:r>
            <a:r>
              <a:rPr lang="en-US" dirty="0" smtClean="0"/>
              <a:t>acetic acid (vinegar)</a:t>
            </a:r>
            <a:endParaRPr lang="en-US" dirty="0"/>
          </a:p>
          <a:p>
            <a:r>
              <a:rPr lang="en-US" b="1" dirty="0" smtClean="0"/>
              <a:t>Properties</a:t>
            </a:r>
            <a:r>
              <a:rPr lang="en-US" dirty="0" smtClean="0"/>
              <a:t>:</a:t>
            </a:r>
          </a:p>
          <a:p>
            <a:pPr lvl="1"/>
            <a:r>
              <a:rPr lang="en-US" b="1" dirty="0"/>
              <a:t>Polar </a:t>
            </a:r>
            <a:r>
              <a:rPr lang="en-US" b="1" dirty="0">
                <a:sym typeface="Wingdings" panose="05000000000000000000" pitchFamily="2" charset="2"/>
              </a:rPr>
              <a:t> </a:t>
            </a:r>
            <a:r>
              <a:rPr lang="en-US" dirty="0">
                <a:sym typeface="Wingdings" panose="05000000000000000000" pitchFamily="2" charset="2"/>
              </a:rPr>
              <a:t>electronegative oxygen </a:t>
            </a:r>
            <a:endParaRPr lang="en-US" dirty="0"/>
          </a:p>
          <a:p>
            <a:pPr lvl="1"/>
            <a:r>
              <a:rPr lang="en-US" b="1" dirty="0"/>
              <a:t>Hydrophilic (“water-loving”) </a:t>
            </a:r>
            <a:r>
              <a:rPr lang="en-US" b="1" dirty="0">
                <a:sym typeface="Wingdings" panose="05000000000000000000" pitchFamily="2" charset="2"/>
              </a:rPr>
              <a:t> </a:t>
            </a:r>
            <a:r>
              <a:rPr lang="en-US" dirty="0">
                <a:sym typeface="Wingdings" panose="05000000000000000000" pitchFamily="2" charset="2"/>
              </a:rPr>
              <a:t>a</a:t>
            </a:r>
            <a:r>
              <a:rPr lang="en-US" dirty="0"/>
              <a:t>ttracts water molecules through hydrogen bonding </a:t>
            </a:r>
            <a:r>
              <a:rPr lang="en-US" dirty="0">
                <a:sym typeface="Wingdings" panose="05000000000000000000" pitchFamily="2" charset="2"/>
              </a:rPr>
              <a:t> increases solubility </a:t>
            </a:r>
            <a:endParaRPr lang="en-US" dirty="0"/>
          </a:p>
          <a:p>
            <a:pPr lvl="1"/>
            <a:r>
              <a:rPr lang="en-US" dirty="0" smtClean="0"/>
              <a:t>Acts as an </a:t>
            </a:r>
            <a:r>
              <a:rPr lang="en-US" b="1" dirty="0" smtClean="0"/>
              <a:t>acid</a:t>
            </a:r>
            <a:r>
              <a:rPr lang="en-US" dirty="0" smtClean="0"/>
              <a:t> (can donate H</a:t>
            </a:r>
            <a:r>
              <a:rPr lang="en-US" baseline="30000" dirty="0" smtClean="0"/>
              <a:t>+</a:t>
            </a:r>
            <a:r>
              <a:rPr lang="en-US" dirty="0" smtClean="0"/>
              <a:t>) when dissolved in water</a:t>
            </a:r>
            <a:endParaRPr lang="en-US" baseline="30000" dirty="0"/>
          </a:p>
        </p:txBody>
      </p:sp>
      <p:pic>
        <p:nvPicPr>
          <p:cNvPr id="4" name="Picture 3"/>
          <p:cNvPicPr>
            <a:picLocks noChangeAspect="1"/>
          </p:cNvPicPr>
          <p:nvPr/>
        </p:nvPicPr>
        <p:blipFill>
          <a:blip r:embed="rId3"/>
          <a:stretch>
            <a:fillRect/>
          </a:stretch>
        </p:blipFill>
        <p:spPr>
          <a:xfrm>
            <a:off x="8772525" y="381000"/>
            <a:ext cx="3038475" cy="1638300"/>
          </a:xfrm>
          <a:prstGeom prst="rect">
            <a:avLst/>
          </a:prstGeom>
        </p:spPr>
      </p:pic>
      <p:pic>
        <p:nvPicPr>
          <p:cNvPr id="8" name="Picture 7"/>
          <p:cNvPicPr>
            <a:picLocks noChangeAspect="1"/>
          </p:cNvPicPr>
          <p:nvPr/>
        </p:nvPicPr>
        <p:blipFill>
          <a:blip r:embed="rId4"/>
          <a:stretch>
            <a:fillRect/>
          </a:stretch>
        </p:blipFill>
        <p:spPr>
          <a:xfrm>
            <a:off x="6581775" y="2934494"/>
            <a:ext cx="5229225" cy="2133600"/>
          </a:xfrm>
          <a:prstGeom prst="rect">
            <a:avLst/>
          </a:prstGeom>
        </p:spPr>
      </p:pic>
      <p:sp>
        <p:nvSpPr>
          <p:cNvPr id="5" name="TextBox 4"/>
          <p:cNvSpPr txBox="1"/>
          <p:nvPr/>
        </p:nvSpPr>
        <p:spPr>
          <a:xfrm>
            <a:off x="6974732" y="5204298"/>
            <a:ext cx="1653702" cy="369332"/>
          </a:xfrm>
          <a:prstGeom prst="rect">
            <a:avLst/>
          </a:prstGeom>
          <a:noFill/>
        </p:spPr>
        <p:txBody>
          <a:bodyPr wrap="square" rtlCol="0">
            <a:spAutoFit/>
          </a:bodyPr>
          <a:lstStyle/>
          <a:p>
            <a:r>
              <a:rPr lang="en-US" dirty="0" smtClean="0"/>
              <a:t>Non-ionized</a:t>
            </a:r>
            <a:endParaRPr lang="en-US" dirty="0"/>
          </a:p>
        </p:txBody>
      </p:sp>
      <p:sp>
        <p:nvSpPr>
          <p:cNvPr id="7" name="TextBox 6"/>
          <p:cNvSpPr txBox="1"/>
          <p:nvPr/>
        </p:nvSpPr>
        <p:spPr>
          <a:xfrm>
            <a:off x="9928698" y="5204298"/>
            <a:ext cx="1653702" cy="369332"/>
          </a:xfrm>
          <a:prstGeom prst="rect">
            <a:avLst/>
          </a:prstGeom>
          <a:noFill/>
        </p:spPr>
        <p:txBody>
          <a:bodyPr wrap="square" rtlCol="0">
            <a:spAutoFit/>
          </a:bodyPr>
          <a:lstStyle/>
          <a:p>
            <a:r>
              <a:rPr lang="en-US" dirty="0" smtClean="0"/>
              <a:t>Ionized</a:t>
            </a:r>
            <a:endParaRPr lang="en-US" dirty="0"/>
          </a:p>
        </p:txBody>
      </p:sp>
    </p:spTree>
    <p:extLst>
      <p:ext uri="{BB962C8B-B14F-4D97-AF65-F5344CB8AC3E}">
        <p14:creationId xmlns:p14="http://schemas.microsoft.com/office/powerpoint/2010/main" val="353324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Amino</a:t>
            </a:r>
            <a:endParaRPr lang="en-US" dirty="0"/>
          </a:p>
        </p:txBody>
      </p:sp>
      <p:sp>
        <p:nvSpPr>
          <p:cNvPr id="3" name="Content Placeholder 2"/>
          <p:cNvSpPr>
            <a:spLocks noGrp="1"/>
          </p:cNvSpPr>
          <p:nvPr>
            <p:ph idx="1"/>
          </p:nvPr>
        </p:nvSpPr>
        <p:spPr>
          <a:xfrm>
            <a:off x="381000" y="1825625"/>
            <a:ext cx="5948680" cy="4351338"/>
          </a:xfrm>
        </p:spPr>
        <p:txBody>
          <a:bodyPr>
            <a:normAutofit fontScale="92500" lnSpcReduction="20000"/>
          </a:bodyPr>
          <a:lstStyle/>
          <a:p>
            <a:r>
              <a:rPr lang="en-US" b="1" dirty="0"/>
              <a:t>Formula</a:t>
            </a:r>
            <a:r>
              <a:rPr lang="en-US" dirty="0"/>
              <a:t>: </a:t>
            </a:r>
            <a:r>
              <a:rPr lang="en-US" dirty="0" smtClean="0"/>
              <a:t>-NH</a:t>
            </a:r>
            <a:r>
              <a:rPr lang="en-US" baseline="-25000" dirty="0" smtClean="0"/>
              <a:t>2</a:t>
            </a:r>
            <a:endParaRPr lang="en-US" baseline="-25000" dirty="0"/>
          </a:p>
          <a:p>
            <a:r>
              <a:rPr lang="en-US" b="1" dirty="0"/>
              <a:t>Structure</a:t>
            </a:r>
            <a:r>
              <a:rPr lang="en-US" dirty="0"/>
              <a:t>: </a:t>
            </a:r>
            <a:r>
              <a:rPr lang="en-US" dirty="0" smtClean="0"/>
              <a:t>consists of a </a:t>
            </a:r>
            <a:r>
              <a:rPr lang="en-US" b="1" dirty="0" smtClean="0"/>
              <a:t>nitrogen</a:t>
            </a:r>
            <a:r>
              <a:rPr lang="en-US" dirty="0" smtClean="0"/>
              <a:t> atom bonded to two </a:t>
            </a:r>
            <a:r>
              <a:rPr lang="en-US" b="1" dirty="0" smtClean="0"/>
              <a:t>hydrogen</a:t>
            </a:r>
            <a:r>
              <a:rPr lang="en-US" dirty="0" smtClean="0"/>
              <a:t> atoms and to the carbon skeleton</a:t>
            </a:r>
            <a:endParaRPr lang="en-US" dirty="0"/>
          </a:p>
          <a:p>
            <a:r>
              <a:rPr lang="en-US" b="1" dirty="0"/>
              <a:t>Family of </a:t>
            </a:r>
            <a:r>
              <a:rPr lang="en-US" b="1" dirty="0" smtClean="0"/>
              <a:t>molecules</a:t>
            </a:r>
            <a:r>
              <a:rPr lang="en-US" dirty="0" smtClean="0"/>
              <a:t>: amines</a:t>
            </a:r>
            <a:endParaRPr lang="en-US" dirty="0"/>
          </a:p>
          <a:p>
            <a:r>
              <a:rPr lang="en-US" b="1" dirty="0"/>
              <a:t>Example</a:t>
            </a:r>
            <a:r>
              <a:rPr lang="en-US" dirty="0"/>
              <a:t>: </a:t>
            </a:r>
            <a:r>
              <a:rPr lang="en-US" dirty="0" smtClean="0"/>
              <a:t>glycine </a:t>
            </a:r>
            <a:endParaRPr lang="en-US" dirty="0"/>
          </a:p>
          <a:p>
            <a:r>
              <a:rPr lang="en-US" b="1" dirty="0"/>
              <a:t>Properties</a:t>
            </a:r>
            <a:r>
              <a:rPr lang="en-US" dirty="0" smtClean="0"/>
              <a:t>:</a:t>
            </a:r>
          </a:p>
          <a:p>
            <a:pPr lvl="1"/>
            <a:r>
              <a:rPr lang="en-US" b="1" dirty="0"/>
              <a:t>Polar </a:t>
            </a:r>
            <a:r>
              <a:rPr lang="en-US" b="1" dirty="0">
                <a:sym typeface="Wingdings" panose="05000000000000000000" pitchFamily="2" charset="2"/>
              </a:rPr>
              <a:t> </a:t>
            </a:r>
            <a:r>
              <a:rPr lang="en-US" dirty="0">
                <a:sym typeface="Wingdings" panose="05000000000000000000" pitchFamily="2" charset="2"/>
              </a:rPr>
              <a:t>electronegative </a:t>
            </a:r>
            <a:r>
              <a:rPr lang="en-US" dirty="0" smtClean="0">
                <a:sym typeface="Wingdings" panose="05000000000000000000" pitchFamily="2" charset="2"/>
              </a:rPr>
              <a:t>nitrogen </a:t>
            </a:r>
            <a:endParaRPr lang="en-US" dirty="0"/>
          </a:p>
          <a:p>
            <a:pPr lvl="1"/>
            <a:r>
              <a:rPr lang="en-US" b="1" dirty="0"/>
              <a:t>Hydrophilic (“water-loving”) </a:t>
            </a:r>
            <a:r>
              <a:rPr lang="en-US" b="1" dirty="0">
                <a:sym typeface="Wingdings" panose="05000000000000000000" pitchFamily="2" charset="2"/>
              </a:rPr>
              <a:t> </a:t>
            </a:r>
            <a:r>
              <a:rPr lang="en-US" dirty="0">
                <a:sym typeface="Wingdings" panose="05000000000000000000" pitchFamily="2" charset="2"/>
              </a:rPr>
              <a:t>a</a:t>
            </a:r>
            <a:r>
              <a:rPr lang="en-US" dirty="0"/>
              <a:t>ttracts water molecules through hydrogen bonding </a:t>
            </a:r>
            <a:r>
              <a:rPr lang="en-US" dirty="0">
                <a:sym typeface="Wingdings" panose="05000000000000000000" pitchFamily="2" charset="2"/>
              </a:rPr>
              <a:t> increases </a:t>
            </a:r>
            <a:r>
              <a:rPr lang="en-US" dirty="0" smtClean="0">
                <a:sym typeface="Wingdings" panose="05000000000000000000" pitchFamily="2" charset="2"/>
              </a:rPr>
              <a:t>solubility</a:t>
            </a:r>
          </a:p>
          <a:p>
            <a:pPr lvl="1"/>
            <a:r>
              <a:rPr lang="en-US" dirty="0" smtClean="0"/>
              <a:t>Acts </a:t>
            </a:r>
            <a:r>
              <a:rPr lang="en-US" dirty="0"/>
              <a:t>as </a:t>
            </a:r>
            <a:r>
              <a:rPr lang="en-US" dirty="0" smtClean="0"/>
              <a:t>a </a:t>
            </a:r>
            <a:r>
              <a:rPr lang="en-US" b="1" dirty="0" smtClean="0"/>
              <a:t>base</a:t>
            </a:r>
            <a:r>
              <a:rPr lang="en-US" dirty="0" smtClean="0"/>
              <a:t> (accept </a:t>
            </a:r>
            <a:r>
              <a:rPr lang="en-US" dirty="0"/>
              <a:t>donate H</a:t>
            </a:r>
            <a:r>
              <a:rPr lang="en-US" baseline="30000" dirty="0"/>
              <a:t>+</a:t>
            </a:r>
            <a:r>
              <a:rPr lang="en-US" dirty="0"/>
              <a:t>) when dissolved in water</a:t>
            </a:r>
            <a:endParaRPr lang="en-US" baseline="30000" dirty="0"/>
          </a:p>
          <a:p>
            <a:pPr lvl="1"/>
            <a:endParaRPr lang="en-US" dirty="0"/>
          </a:p>
          <a:p>
            <a:pPr lvl="1"/>
            <a:endParaRPr lang="en-US" dirty="0"/>
          </a:p>
        </p:txBody>
      </p:sp>
      <p:sp>
        <p:nvSpPr>
          <p:cNvPr id="4" name="AutoShape 4" descr="Structure of glycine, which is a simple amino acid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stretch>
            <a:fillRect/>
          </a:stretch>
        </p:blipFill>
        <p:spPr>
          <a:xfrm>
            <a:off x="8819440" y="262647"/>
            <a:ext cx="3098672" cy="1751992"/>
          </a:xfrm>
          <a:prstGeom prst="rect">
            <a:avLst/>
          </a:prstGeom>
        </p:spPr>
      </p:pic>
      <p:pic>
        <p:nvPicPr>
          <p:cNvPr id="8" name="Picture 7"/>
          <p:cNvPicPr>
            <a:picLocks noChangeAspect="1"/>
          </p:cNvPicPr>
          <p:nvPr/>
        </p:nvPicPr>
        <p:blipFill>
          <a:blip r:embed="rId4"/>
          <a:stretch>
            <a:fillRect/>
          </a:stretch>
        </p:blipFill>
        <p:spPr>
          <a:xfrm>
            <a:off x="6821339" y="2925898"/>
            <a:ext cx="5096773" cy="1928204"/>
          </a:xfrm>
          <a:prstGeom prst="rect">
            <a:avLst/>
          </a:prstGeom>
        </p:spPr>
      </p:pic>
      <p:sp>
        <p:nvSpPr>
          <p:cNvPr id="12" name="TextBox 11"/>
          <p:cNvSpPr txBox="1"/>
          <p:nvPr/>
        </p:nvSpPr>
        <p:spPr>
          <a:xfrm>
            <a:off x="7431932" y="5077839"/>
            <a:ext cx="1653702" cy="369332"/>
          </a:xfrm>
          <a:prstGeom prst="rect">
            <a:avLst/>
          </a:prstGeom>
          <a:noFill/>
        </p:spPr>
        <p:txBody>
          <a:bodyPr wrap="square" rtlCol="0">
            <a:spAutoFit/>
          </a:bodyPr>
          <a:lstStyle/>
          <a:p>
            <a:r>
              <a:rPr lang="en-US" dirty="0" smtClean="0"/>
              <a:t>Non-ionized</a:t>
            </a:r>
            <a:endParaRPr lang="en-US" dirty="0"/>
          </a:p>
        </p:txBody>
      </p:sp>
      <p:sp>
        <p:nvSpPr>
          <p:cNvPr id="13" name="TextBox 12"/>
          <p:cNvSpPr txBox="1"/>
          <p:nvPr/>
        </p:nvSpPr>
        <p:spPr>
          <a:xfrm>
            <a:off x="10385898" y="5077839"/>
            <a:ext cx="1653702" cy="369332"/>
          </a:xfrm>
          <a:prstGeom prst="rect">
            <a:avLst/>
          </a:prstGeom>
          <a:noFill/>
        </p:spPr>
        <p:txBody>
          <a:bodyPr wrap="square" rtlCol="0">
            <a:spAutoFit/>
          </a:bodyPr>
          <a:lstStyle/>
          <a:p>
            <a:r>
              <a:rPr lang="en-US" dirty="0" smtClean="0"/>
              <a:t>Ionized</a:t>
            </a:r>
            <a:endParaRPr lang="en-US" dirty="0"/>
          </a:p>
        </p:txBody>
      </p:sp>
    </p:spTree>
    <p:extLst>
      <p:ext uri="{BB962C8B-B14F-4D97-AF65-F5344CB8AC3E}">
        <p14:creationId xmlns:p14="http://schemas.microsoft.com/office/powerpoint/2010/main" val="109324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Sulfhydryl </a:t>
            </a:r>
            <a:endParaRPr lang="en-US" dirty="0"/>
          </a:p>
        </p:txBody>
      </p:sp>
      <p:sp>
        <p:nvSpPr>
          <p:cNvPr id="4" name="Content Placeholder 2"/>
          <p:cNvSpPr>
            <a:spLocks noGrp="1"/>
          </p:cNvSpPr>
          <p:nvPr>
            <p:ph idx="1"/>
          </p:nvPr>
        </p:nvSpPr>
        <p:spPr>
          <a:xfrm>
            <a:off x="380998" y="1825624"/>
            <a:ext cx="6078167" cy="4643270"/>
          </a:xfrm>
        </p:spPr>
        <p:txBody>
          <a:bodyPr>
            <a:normAutofit fontScale="92500"/>
          </a:bodyPr>
          <a:lstStyle/>
          <a:p>
            <a:r>
              <a:rPr lang="en-US" b="1" dirty="0"/>
              <a:t>Formula</a:t>
            </a:r>
            <a:r>
              <a:rPr lang="en-US" dirty="0"/>
              <a:t>: </a:t>
            </a:r>
            <a:r>
              <a:rPr lang="en-US" dirty="0" smtClean="0"/>
              <a:t>-SH (HS-)</a:t>
            </a:r>
            <a:endParaRPr lang="en-US" baseline="-25000" dirty="0"/>
          </a:p>
          <a:p>
            <a:r>
              <a:rPr lang="en-US" b="1" dirty="0"/>
              <a:t>Structure</a:t>
            </a:r>
            <a:r>
              <a:rPr lang="en-US" dirty="0"/>
              <a:t>: </a:t>
            </a:r>
            <a:r>
              <a:rPr lang="en-US" dirty="0" smtClean="0"/>
              <a:t>consists of a </a:t>
            </a:r>
            <a:r>
              <a:rPr lang="en-US" b="1" dirty="0" smtClean="0"/>
              <a:t>sulfur</a:t>
            </a:r>
            <a:r>
              <a:rPr lang="en-US" dirty="0" smtClean="0"/>
              <a:t> atom bonded to an atom of  </a:t>
            </a:r>
            <a:r>
              <a:rPr lang="en-US" b="1" dirty="0" smtClean="0"/>
              <a:t>hydrogen</a:t>
            </a:r>
            <a:endParaRPr lang="en-US" b="1" dirty="0"/>
          </a:p>
          <a:p>
            <a:r>
              <a:rPr lang="en-US" b="1" dirty="0"/>
              <a:t>Family of </a:t>
            </a:r>
            <a:r>
              <a:rPr lang="en-US" b="1" dirty="0" smtClean="0"/>
              <a:t>molecules</a:t>
            </a:r>
            <a:r>
              <a:rPr lang="en-US" dirty="0" smtClean="0"/>
              <a:t>: thiols</a:t>
            </a:r>
            <a:endParaRPr lang="en-US" dirty="0"/>
          </a:p>
          <a:p>
            <a:r>
              <a:rPr lang="en-US" b="1" dirty="0"/>
              <a:t>Example</a:t>
            </a:r>
            <a:r>
              <a:rPr lang="en-US" dirty="0"/>
              <a:t>: </a:t>
            </a:r>
            <a:r>
              <a:rPr lang="en-US" dirty="0" err="1"/>
              <a:t>ethanethiol</a:t>
            </a:r>
            <a:r>
              <a:rPr lang="en-US" dirty="0"/>
              <a:t> </a:t>
            </a:r>
          </a:p>
          <a:p>
            <a:r>
              <a:rPr lang="en-US" b="1" dirty="0"/>
              <a:t>Properties</a:t>
            </a:r>
            <a:r>
              <a:rPr lang="en-US" dirty="0"/>
              <a:t>: </a:t>
            </a:r>
            <a:endParaRPr lang="en-US" dirty="0" smtClean="0"/>
          </a:p>
          <a:p>
            <a:pPr lvl="1"/>
            <a:r>
              <a:rPr lang="en-US" dirty="0" smtClean="0"/>
              <a:t>Slightly</a:t>
            </a:r>
            <a:r>
              <a:rPr lang="en-US" b="1" dirty="0" smtClean="0"/>
              <a:t> polar </a:t>
            </a:r>
            <a:r>
              <a:rPr lang="en-US" b="1" dirty="0">
                <a:sym typeface="Wingdings" panose="05000000000000000000" pitchFamily="2" charset="2"/>
              </a:rPr>
              <a:t> </a:t>
            </a:r>
            <a:r>
              <a:rPr lang="en-US" dirty="0">
                <a:sym typeface="Wingdings" panose="05000000000000000000" pitchFamily="2" charset="2"/>
              </a:rPr>
              <a:t>electronegative </a:t>
            </a:r>
            <a:r>
              <a:rPr lang="en-US" dirty="0" smtClean="0">
                <a:sym typeface="Wingdings" panose="05000000000000000000" pitchFamily="2" charset="2"/>
              </a:rPr>
              <a:t>sulfur </a:t>
            </a:r>
            <a:endParaRPr lang="en-US" dirty="0"/>
          </a:p>
          <a:p>
            <a:pPr lvl="1"/>
            <a:r>
              <a:rPr lang="en-US" dirty="0" smtClean="0"/>
              <a:t>Somewhat</a:t>
            </a:r>
            <a:r>
              <a:rPr lang="en-US" b="1" dirty="0" smtClean="0"/>
              <a:t> hydrophilic </a:t>
            </a:r>
            <a:r>
              <a:rPr lang="en-US" b="1" dirty="0"/>
              <a:t>(“water-loving”) </a:t>
            </a:r>
            <a:r>
              <a:rPr lang="en-US" b="1" dirty="0">
                <a:sym typeface="Wingdings" panose="05000000000000000000" pitchFamily="2" charset="2"/>
              </a:rPr>
              <a:t> </a:t>
            </a:r>
            <a:r>
              <a:rPr lang="en-US" dirty="0">
                <a:sym typeface="Wingdings" panose="05000000000000000000" pitchFamily="2" charset="2"/>
              </a:rPr>
              <a:t>a</a:t>
            </a:r>
            <a:r>
              <a:rPr lang="en-US" dirty="0"/>
              <a:t>ttracts water molecules through hydrogen bonding </a:t>
            </a:r>
            <a:r>
              <a:rPr lang="en-US" dirty="0">
                <a:sym typeface="Wingdings" panose="05000000000000000000" pitchFamily="2" charset="2"/>
              </a:rPr>
              <a:t> increases solubility </a:t>
            </a:r>
            <a:endParaRPr lang="en-US" dirty="0"/>
          </a:p>
          <a:p>
            <a:endParaRPr lang="en-US" dirty="0"/>
          </a:p>
        </p:txBody>
      </p:sp>
      <p:pic>
        <p:nvPicPr>
          <p:cNvPr id="3" name="Picture 2"/>
          <p:cNvPicPr>
            <a:picLocks noChangeAspect="1"/>
          </p:cNvPicPr>
          <p:nvPr/>
        </p:nvPicPr>
        <p:blipFill>
          <a:blip r:embed="rId3"/>
          <a:stretch>
            <a:fillRect/>
          </a:stretch>
        </p:blipFill>
        <p:spPr>
          <a:xfrm>
            <a:off x="8402235" y="381000"/>
            <a:ext cx="3408765" cy="1625532"/>
          </a:xfrm>
          <a:prstGeom prst="rect">
            <a:avLst/>
          </a:prstGeom>
        </p:spPr>
      </p:pic>
      <p:pic>
        <p:nvPicPr>
          <p:cNvPr id="8" name="Picture 7"/>
          <p:cNvPicPr>
            <a:picLocks noChangeAspect="1"/>
          </p:cNvPicPr>
          <p:nvPr/>
        </p:nvPicPr>
        <p:blipFill>
          <a:blip r:embed="rId4"/>
          <a:stretch>
            <a:fillRect/>
          </a:stretch>
        </p:blipFill>
        <p:spPr>
          <a:xfrm>
            <a:off x="7025463" y="2948494"/>
            <a:ext cx="4785537" cy="1944519"/>
          </a:xfrm>
          <a:prstGeom prst="rect">
            <a:avLst/>
          </a:prstGeom>
        </p:spPr>
      </p:pic>
    </p:spTree>
    <p:extLst>
      <p:ext uri="{BB962C8B-B14F-4D97-AF65-F5344CB8AC3E}">
        <p14:creationId xmlns:p14="http://schemas.microsoft.com/office/powerpoint/2010/main" val="62828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Phosphate </a:t>
            </a:r>
            <a:endParaRPr lang="en-US" dirty="0"/>
          </a:p>
        </p:txBody>
      </p:sp>
      <p:sp>
        <p:nvSpPr>
          <p:cNvPr id="5" name="Content Placeholder 2"/>
          <p:cNvSpPr>
            <a:spLocks noGrp="1"/>
          </p:cNvSpPr>
          <p:nvPr>
            <p:ph idx="1"/>
          </p:nvPr>
        </p:nvSpPr>
        <p:spPr>
          <a:xfrm>
            <a:off x="381000" y="1642692"/>
            <a:ext cx="5066489" cy="4876732"/>
          </a:xfrm>
        </p:spPr>
        <p:txBody>
          <a:bodyPr>
            <a:normAutofit fontScale="77500" lnSpcReduction="20000"/>
          </a:bodyPr>
          <a:lstStyle/>
          <a:p>
            <a:r>
              <a:rPr lang="en-US" b="1" dirty="0"/>
              <a:t>Formula</a:t>
            </a:r>
            <a:r>
              <a:rPr lang="en-US" dirty="0"/>
              <a:t>: </a:t>
            </a:r>
            <a:r>
              <a:rPr lang="en-US" dirty="0" smtClean="0"/>
              <a:t>-OPO</a:t>
            </a:r>
            <a:r>
              <a:rPr lang="en-US" baseline="-25000" dirty="0" smtClean="0"/>
              <a:t>3</a:t>
            </a:r>
            <a:r>
              <a:rPr lang="en-US" baseline="30000" dirty="0" smtClean="0"/>
              <a:t>2-</a:t>
            </a:r>
            <a:endParaRPr lang="en-US" baseline="30000" dirty="0"/>
          </a:p>
          <a:p>
            <a:r>
              <a:rPr lang="en-US" b="1" dirty="0"/>
              <a:t>Structure</a:t>
            </a:r>
            <a:r>
              <a:rPr lang="en-US" dirty="0"/>
              <a:t>: </a:t>
            </a:r>
            <a:r>
              <a:rPr lang="en-US" dirty="0" smtClean="0"/>
              <a:t>a </a:t>
            </a:r>
            <a:r>
              <a:rPr lang="en-US" b="1" dirty="0" smtClean="0"/>
              <a:t>phosphorus</a:t>
            </a:r>
            <a:r>
              <a:rPr lang="en-US" dirty="0" smtClean="0"/>
              <a:t> atom is bonded to four </a:t>
            </a:r>
            <a:r>
              <a:rPr lang="en-US" b="1" dirty="0" smtClean="0"/>
              <a:t>oxygen</a:t>
            </a:r>
            <a:r>
              <a:rPr lang="en-US" dirty="0" smtClean="0"/>
              <a:t> atoms; one oxygen is bonded to the carbon skeleton; one is double-bonded to phosphorus; two oxygens carry negative charges</a:t>
            </a:r>
            <a:endParaRPr lang="en-US" dirty="0"/>
          </a:p>
          <a:p>
            <a:r>
              <a:rPr lang="en-US" b="1" dirty="0"/>
              <a:t>Family of </a:t>
            </a:r>
            <a:r>
              <a:rPr lang="en-US" b="1" dirty="0" smtClean="0"/>
              <a:t>molecules</a:t>
            </a:r>
            <a:r>
              <a:rPr lang="en-US" dirty="0" smtClean="0"/>
              <a:t>: organic phosphates </a:t>
            </a:r>
            <a:endParaRPr lang="en-US" dirty="0"/>
          </a:p>
          <a:p>
            <a:r>
              <a:rPr lang="en-US" b="1" dirty="0"/>
              <a:t>Example</a:t>
            </a:r>
            <a:r>
              <a:rPr lang="en-US" dirty="0"/>
              <a:t>: </a:t>
            </a:r>
            <a:r>
              <a:rPr lang="en-US" dirty="0" smtClean="0"/>
              <a:t>glycerol phosphate </a:t>
            </a:r>
            <a:endParaRPr lang="en-US" dirty="0"/>
          </a:p>
          <a:p>
            <a:r>
              <a:rPr lang="en-US" b="1" dirty="0"/>
              <a:t>Properties</a:t>
            </a:r>
            <a:r>
              <a:rPr lang="en-US" dirty="0" smtClean="0"/>
              <a:t>:</a:t>
            </a:r>
          </a:p>
          <a:p>
            <a:pPr lvl="1"/>
            <a:r>
              <a:rPr lang="en-US" b="1" dirty="0"/>
              <a:t>Polar </a:t>
            </a:r>
            <a:r>
              <a:rPr lang="en-US" b="1" dirty="0">
                <a:sym typeface="Wingdings" panose="05000000000000000000" pitchFamily="2" charset="2"/>
              </a:rPr>
              <a:t> </a:t>
            </a:r>
            <a:r>
              <a:rPr lang="en-US" dirty="0">
                <a:sym typeface="Wingdings" panose="05000000000000000000" pitchFamily="2" charset="2"/>
              </a:rPr>
              <a:t>electronegative </a:t>
            </a:r>
            <a:r>
              <a:rPr lang="en-US" dirty="0" smtClean="0">
                <a:sym typeface="Wingdings" panose="05000000000000000000" pitchFamily="2" charset="2"/>
              </a:rPr>
              <a:t>oxygen </a:t>
            </a:r>
            <a:endParaRPr lang="en-US" dirty="0"/>
          </a:p>
          <a:p>
            <a:pPr lvl="1"/>
            <a:r>
              <a:rPr lang="en-US" b="1" dirty="0"/>
              <a:t>Hydrophilic (“water-loving”) </a:t>
            </a:r>
            <a:r>
              <a:rPr lang="en-US" b="1" dirty="0">
                <a:sym typeface="Wingdings" panose="05000000000000000000" pitchFamily="2" charset="2"/>
              </a:rPr>
              <a:t> </a:t>
            </a:r>
            <a:r>
              <a:rPr lang="en-US" dirty="0">
                <a:sym typeface="Wingdings" panose="05000000000000000000" pitchFamily="2" charset="2"/>
              </a:rPr>
              <a:t>a</a:t>
            </a:r>
            <a:r>
              <a:rPr lang="en-US" dirty="0"/>
              <a:t>ttracts water molecules through hydrogen bonding </a:t>
            </a:r>
            <a:r>
              <a:rPr lang="en-US" dirty="0">
                <a:sym typeface="Wingdings" panose="05000000000000000000" pitchFamily="2" charset="2"/>
              </a:rPr>
              <a:t> increases solubility </a:t>
            </a:r>
            <a:endParaRPr lang="en-US" dirty="0"/>
          </a:p>
          <a:p>
            <a:pPr lvl="1"/>
            <a:r>
              <a:rPr lang="en-US" dirty="0"/>
              <a:t>Acts as an </a:t>
            </a:r>
            <a:r>
              <a:rPr lang="en-US" b="1" dirty="0"/>
              <a:t>acid</a:t>
            </a:r>
            <a:r>
              <a:rPr lang="en-US" dirty="0"/>
              <a:t> (can donate H</a:t>
            </a:r>
            <a:r>
              <a:rPr lang="en-US" baseline="30000" dirty="0"/>
              <a:t>+</a:t>
            </a:r>
            <a:r>
              <a:rPr lang="en-US" dirty="0"/>
              <a:t>) when dissolved in </a:t>
            </a:r>
            <a:r>
              <a:rPr lang="en-US" dirty="0" smtClean="0"/>
              <a:t>water</a:t>
            </a:r>
            <a:endParaRPr lang="en-US" baseline="30000" dirty="0"/>
          </a:p>
        </p:txBody>
      </p:sp>
      <p:pic>
        <p:nvPicPr>
          <p:cNvPr id="3" name="Picture 2"/>
          <p:cNvPicPr>
            <a:picLocks noChangeAspect="1"/>
          </p:cNvPicPr>
          <p:nvPr/>
        </p:nvPicPr>
        <p:blipFill>
          <a:blip r:embed="rId2"/>
          <a:stretch>
            <a:fillRect/>
          </a:stretch>
        </p:blipFill>
        <p:spPr>
          <a:xfrm>
            <a:off x="8053646" y="381000"/>
            <a:ext cx="3757354" cy="1683898"/>
          </a:xfrm>
          <a:prstGeom prst="rect">
            <a:avLst/>
          </a:prstGeom>
        </p:spPr>
      </p:pic>
      <p:pic>
        <p:nvPicPr>
          <p:cNvPr id="4" name="Picture 3"/>
          <p:cNvPicPr>
            <a:picLocks noChangeAspect="1"/>
          </p:cNvPicPr>
          <p:nvPr/>
        </p:nvPicPr>
        <p:blipFill>
          <a:blip r:embed="rId3"/>
          <a:stretch>
            <a:fillRect/>
          </a:stretch>
        </p:blipFill>
        <p:spPr>
          <a:xfrm>
            <a:off x="6633672" y="2995307"/>
            <a:ext cx="5177328" cy="1547509"/>
          </a:xfrm>
          <a:prstGeom prst="rect">
            <a:avLst/>
          </a:prstGeom>
        </p:spPr>
      </p:pic>
      <p:sp>
        <p:nvSpPr>
          <p:cNvPr id="11" name="TextBox 10"/>
          <p:cNvSpPr txBox="1"/>
          <p:nvPr/>
        </p:nvSpPr>
        <p:spPr>
          <a:xfrm>
            <a:off x="8129081" y="4698459"/>
            <a:ext cx="1653702" cy="369332"/>
          </a:xfrm>
          <a:prstGeom prst="rect">
            <a:avLst/>
          </a:prstGeom>
          <a:noFill/>
        </p:spPr>
        <p:txBody>
          <a:bodyPr wrap="square" rtlCol="0">
            <a:spAutoFit/>
          </a:bodyPr>
          <a:lstStyle/>
          <a:p>
            <a:r>
              <a:rPr lang="en-US" dirty="0" smtClean="0"/>
              <a:t>Ionized</a:t>
            </a:r>
            <a:endParaRPr lang="en-US" dirty="0"/>
          </a:p>
        </p:txBody>
      </p:sp>
    </p:spTree>
    <p:extLst>
      <p:ext uri="{BB962C8B-B14F-4D97-AF65-F5344CB8AC3E}">
        <p14:creationId xmlns:p14="http://schemas.microsoft.com/office/powerpoint/2010/main" val="18392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 these!</a:t>
            </a:r>
            <a:endParaRPr lang="en-US" dirty="0"/>
          </a:p>
        </p:txBody>
      </p:sp>
      <p:pic>
        <p:nvPicPr>
          <p:cNvPr id="7" name="Picture 6"/>
          <p:cNvPicPr>
            <a:picLocks noChangeAspect="1"/>
          </p:cNvPicPr>
          <p:nvPr/>
        </p:nvPicPr>
        <p:blipFill>
          <a:blip r:embed="rId2"/>
          <a:stretch>
            <a:fillRect/>
          </a:stretch>
        </p:blipFill>
        <p:spPr>
          <a:xfrm>
            <a:off x="3261205" y="1732216"/>
            <a:ext cx="2740210" cy="1871661"/>
          </a:xfrm>
          <a:prstGeom prst="rect">
            <a:avLst/>
          </a:prstGeom>
        </p:spPr>
      </p:pic>
      <p:pic>
        <p:nvPicPr>
          <p:cNvPr id="9" name="Picture 8"/>
          <p:cNvPicPr>
            <a:picLocks noChangeAspect="1"/>
          </p:cNvPicPr>
          <p:nvPr/>
        </p:nvPicPr>
        <p:blipFill>
          <a:blip r:embed="rId3"/>
          <a:stretch>
            <a:fillRect/>
          </a:stretch>
        </p:blipFill>
        <p:spPr>
          <a:xfrm>
            <a:off x="6577730" y="1742280"/>
            <a:ext cx="3059185" cy="1861597"/>
          </a:xfrm>
          <a:prstGeom prst="rect">
            <a:avLst/>
          </a:prstGeom>
        </p:spPr>
      </p:pic>
      <p:pic>
        <p:nvPicPr>
          <p:cNvPr id="10" name="Picture 9"/>
          <p:cNvPicPr>
            <a:picLocks noChangeAspect="1"/>
          </p:cNvPicPr>
          <p:nvPr/>
        </p:nvPicPr>
        <p:blipFill>
          <a:blip r:embed="rId4"/>
          <a:stretch>
            <a:fillRect/>
          </a:stretch>
        </p:blipFill>
        <p:spPr>
          <a:xfrm>
            <a:off x="1091120" y="4099754"/>
            <a:ext cx="3890386" cy="1887031"/>
          </a:xfrm>
          <a:prstGeom prst="rect">
            <a:avLst/>
          </a:prstGeom>
        </p:spPr>
      </p:pic>
      <p:pic>
        <p:nvPicPr>
          <p:cNvPr id="12" name="Picture 11"/>
          <p:cNvPicPr>
            <a:picLocks noChangeAspect="1"/>
          </p:cNvPicPr>
          <p:nvPr/>
        </p:nvPicPr>
        <p:blipFill>
          <a:blip r:embed="rId5"/>
          <a:stretch>
            <a:fillRect/>
          </a:stretch>
        </p:blipFill>
        <p:spPr>
          <a:xfrm>
            <a:off x="7900490" y="4114734"/>
            <a:ext cx="3119392" cy="1857070"/>
          </a:xfrm>
          <a:prstGeom prst="rect">
            <a:avLst/>
          </a:prstGeom>
        </p:spPr>
      </p:pic>
    </p:spTree>
    <p:extLst>
      <p:ext uri="{BB962C8B-B14F-4D97-AF65-F5344CB8AC3E}">
        <p14:creationId xmlns:p14="http://schemas.microsoft.com/office/powerpoint/2010/main" val="4155799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Learning check </a:t>
            </a:r>
            <a:endParaRPr lang="en-US" dirty="0"/>
          </a:p>
        </p:txBody>
      </p:sp>
      <p:sp>
        <p:nvSpPr>
          <p:cNvPr id="3" name="Content Placeholder 2"/>
          <p:cNvSpPr>
            <a:spLocks noGrp="1"/>
          </p:cNvSpPr>
          <p:nvPr>
            <p:ph idx="1"/>
          </p:nvPr>
        </p:nvSpPr>
        <p:spPr>
          <a:xfrm>
            <a:off x="468549" y="1706563"/>
            <a:ext cx="11430000" cy="4351338"/>
          </a:xfrm>
        </p:spPr>
        <p:txBody>
          <a:bodyPr>
            <a:noAutofit/>
          </a:bodyPr>
          <a:lstStyle/>
          <a:p>
            <a:pPr marL="457200" indent="-457200">
              <a:buFont typeface="+mj-lt"/>
              <a:buAutoNum type="arabicPeriod"/>
            </a:pPr>
            <a:r>
              <a:rPr lang="en-US" sz="2400" dirty="0"/>
              <a:t>What does the term amino acid </a:t>
            </a:r>
            <a:r>
              <a:rPr lang="en-US" sz="2400" dirty="0" smtClean="0"/>
              <a:t>signify </a:t>
            </a:r>
            <a:r>
              <a:rPr lang="en-US" sz="2400" dirty="0"/>
              <a:t>about the structure of such a molecule</a:t>
            </a:r>
            <a:r>
              <a:rPr lang="en-US" sz="2400" dirty="0" smtClean="0"/>
              <a:t>?</a:t>
            </a:r>
          </a:p>
          <a:p>
            <a:pPr marL="457200" indent="-457200">
              <a:buFont typeface="+mj-lt"/>
              <a:buAutoNum type="arabicPeriod"/>
            </a:pPr>
            <a:endParaRPr lang="en-US" sz="2400" dirty="0" smtClean="0"/>
          </a:p>
          <a:p>
            <a:pPr marL="457200" indent="-457200">
              <a:buFont typeface="+mj-lt"/>
              <a:buAutoNum type="arabicPeriod"/>
            </a:pPr>
            <a:r>
              <a:rPr lang="en-US" sz="2400" dirty="0"/>
              <a:t>Suppose you had an organic molecule such as cysteine </a:t>
            </a:r>
            <a:r>
              <a:rPr lang="en-US" sz="2400" dirty="0" smtClean="0"/>
              <a:t>(sulfhydryl </a:t>
            </a:r>
            <a:r>
              <a:rPr lang="en-US" sz="2400" dirty="0"/>
              <a:t>group example), and you chemically removed the —NH</a:t>
            </a:r>
            <a:r>
              <a:rPr lang="en-US" sz="2400" baseline="-25000" dirty="0"/>
              <a:t>2</a:t>
            </a:r>
            <a:r>
              <a:rPr lang="en-US" sz="2400" dirty="0"/>
              <a:t> group and replaced it with —COOH. Draw this structure. How would this change the chemical properties of the </a:t>
            </a:r>
            <a:r>
              <a:rPr lang="en-US" sz="2400" dirty="0" smtClean="0"/>
              <a:t>molecule</a:t>
            </a:r>
            <a:r>
              <a:rPr lang="en-US" sz="2400" dirty="0"/>
              <a:t>? </a:t>
            </a:r>
            <a:endParaRPr lang="en-US" sz="2400" dirty="0"/>
          </a:p>
        </p:txBody>
      </p:sp>
      <p:graphicFrame>
        <p:nvGraphicFramePr>
          <p:cNvPr id="4" name="Object 3"/>
          <p:cNvGraphicFramePr>
            <a:graphicFrameLocks noChangeAspect="1"/>
          </p:cNvGraphicFramePr>
          <p:nvPr>
            <p:extLst>
              <p:ext uri="{D42A27DB-BD31-4B8C-83A1-F6EECF244321}">
                <p14:modId xmlns:p14="http://schemas.microsoft.com/office/powerpoint/2010/main" val="222684764"/>
              </p:ext>
            </p:extLst>
          </p:nvPr>
        </p:nvGraphicFramePr>
        <p:xfrm>
          <a:off x="10630373" y="5505451"/>
          <a:ext cx="1355725" cy="1104900"/>
        </p:xfrm>
        <a:graphic>
          <a:graphicData uri="http://schemas.openxmlformats.org/presentationml/2006/ole">
            <mc:AlternateContent xmlns:mc="http://schemas.openxmlformats.org/markup-compatibility/2006">
              <mc:Choice xmlns:v="urn:schemas-microsoft-com:vml" Requires="v">
                <p:oleObj spid="_x0000_s1032" name="Bitmap Image" r:id="rId4" imgW="1356480" imgH="1104840" progId="Paint.Picture">
                  <p:embed/>
                </p:oleObj>
              </mc:Choice>
              <mc:Fallback>
                <p:oleObj name="Bitmap Image" r:id="rId4" imgW="1356480" imgH="1104840" progId="Paint.Picture">
                  <p:embed/>
                  <p:pic>
                    <p:nvPicPr>
                      <p:cNvPr id="0" name=""/>
                      <p:cNvPicPr/>
                      <p:nvPr/>
                    </p:nvPicPr>
                    <p:blipFill>
                      <a:blip r:embed="rId5"/>
                      <a:stretch>
                        <a:fillRect/>
                      </a:stretch>
                    </p:blipFill>
                    <p:spPr>
                      <a:xfrm>
                        <a:off x="10630373" y="5505451"/>
                        <a:ext cx="1355725" cy="1104900"/>
                      </a:xfrm>
                      <a:prstGeom prst="rect">
                        <a:avLst/>
                      </a:prstGeom>
                    </p:spPr>
                  </p:pic>
                </p:oleObj>
              </mc:Fallback>
            </mc:AlternateContent>
          </a:graphicData>
        </a:graphic>
      </p:graphicFrame>
    </p:spTree>
    <p:extLst>
      <p:ext uri="{BB962C8B-B14F-4D97-AF65-F5344CB8AC3E}">
        <p14:creationId xmlns:p14="http://schemas.microsoft.com/office/powerpoint/2010/main" val="103768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1676400" y="1381126"/>
            <a:ext cx="8686800" cy="1993366"/>
          </a:xfrm>
        </p:spPr>
        <p:txBody>
          <a:bodyPr>
            <a:spAutoFit/>
          </a:bodyPr>
          <a:lstStyle/>
          <a:p>
            <a:pPr>
              <a:buClr>
                <a:srgbClr val="339933"/>
              </a:buClr>
              <a:tabLst>
                <a:tab pos="2743200" algn="l"/>
              </a:tabLst>
            </a:pPr>
            <a:r>
              <a:rPr lang="en-US" altLang="en-US" sz="2400" b="1" dirty="0"/>
              <a:t>The basic structure of testosterone (male hormone) and estradiol (female hormone) is identical</a:t>
            </a:r>
          </a:p>
          <a:p>
            <a:pPr marL="1085850" lvl="2">
              <a:buClr>
                <a:srgbClr val="339933"/>
              </a:buClr>
              <a:tabLst>
                <a:tab pos="2743200" algn="l"/>
              </a:tabLst>
            </a:pPr>
            <a:r>
              <a:rPr lang="en-US" altLang="en-US" dirty="0" smtClean="0"/>
              <a:t>Both are steroids with four fused carbon rings, but they differ in the functional groups attached to the rings.</a:t>
            </a:r>
          </a:p>
          <a:p>
            <a:pPr marL="1085850" lvl="2">
              <a:buClr>
                <a:srgbClr val="339933"/>
              </a:buClr>
              <a:tabLst>
                <a:tab pos="2743200" algn="l"/>
              </a:tabLst>
            </a:pPr>
            <a:r>
              <a:rPr lang="en-US" altLang="en-US" dirty="0" smtClean="0"/>
              <a:t>These then interact with different targets in the body producing contrasting features of males and females!</a:t>
            </a:r>
          </a:p>
        </p:txBody>
      </p:sp>
      <p:pic>
        <p:nvPicPr>
          <p:cNvPr id="2048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b="5318"/>
          <a:stretch>
            <a:fillRect/>
          </a:stretch>
        </p:blipFill>
        <p:spPr bwMode="auto">
          <a:xfrm>
            <a:off x="1668464" y="3671888"/>
            <a:ext cx="88550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73760" y="286226"/>
            <a:ext cx="11430000" cy="1325563"/>
          </a:xfrm>
        </p:spPr>
        <p:txBody>
          <a:bodyPr/>
          <a:lstStyle/>
          <a:p>
            <a:r>
              <a:rPr lang="en-US" dirty="0"/>
              <a:t>Functional groups &amp; biology </a:t>
            </a:r>
          </a:p>
        </p:txBody>
      </p:sp>
    </p:spTree>
    <p:extLst>
      <p:ext uri="{BB962C8B-B14F-4D97-AF65-F5344CB8AC3E}">
        <p14:creationId xmlns:p14="http://schemas.microsoft.com/office/powerpoint/2010/main" val="1535900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Summary </a:t>
            </a:r>
            <a:endParaRPr lang="en-US" dirty="0"/>
          </a:p>
        </p:txBody>
      </p:sp>
      <p:sp>
        <p:nvSpPr>
          <p:cNvPr id="3" name="Content Placeholder 2"/>
          <p:cNvSpPr>
            <a:spLocks noGrp="1"/>
          </p:cNvSpPr>
          <p:nvPr>
            <p:ph idx="1"/>
          </p:nvPr>
        </p:nvSpPr>
        <p:spPr>
          <a:xfrm>
            <a:off x="468549" y="1706563"/>
            <a:ext cx="11430000" cy="4351338"/>
          </a:xfrm>
        </p:spPr>
        <p:txBody>
          <a:bodyPr>
            <a:noAutofit/>
          </a:bodyPr>
          <a:lstStyle/>
          <a:p>
            <a:pPr>
              <a:buFont typeface="Wingdings" panose="05000000000000000000" pitchFamily="2" charset="2"/>
              <a:buChar char="ü"/>
            </a:pPr>
            <a:r>
              <a:rPr lang="en-US" sz="2000" dirty="0"/>
              <a:t>Carbon, with a valence of </a:t>
            </a:r>
            <a:r>
              <a:rPr lang="en-US" sz="2000" dirty="0" smtClean="0"/>
              <a:t>4 (</a:t>
            </a:r>
            <a:r>
              <a:rPr lang="en-US" sz="2000" b="1" u="sng" dirty="0" err="1" smtClean="0"/>
              <a:t>tetravalence</a:t>
            </a:r>
            <a:r>
              <a:rPr lang="en-US" sz="2000" dirty="0" smtClean="0"/>
              <a:t>), </a:t>
            </a:r>
            <a:r>
              <a:rPr lang="en-US" sz="2000" dirty="0"/>
              <a:t>can bond to various other atoms, including O, H, and N. Carbon can also bond to other carbon </a:t>
            </a:r>
            <a:r>
              <a:rPr lang="en-US" sz="2000" dirty="0" smtClean="0"/>
              <a:t>atoms</a:t>
            </a:r>
            <a:r>
              <a:rPr lang="en-US" sz="2000" dirty="0"/>
              <a:t>, forming the carbon skeletons of organic compounds. </a:t>
            </a:r>
            <a:r>
              <a:rPr lang="en-US" sz="2000" dirty="0" smtClean="0"/>
              <a:t>These </a:t>
            </a:r>
            <a:r>
              <a:rPr lang="en-US" sz="2000" dirty="0"/>
              <a:t>skeletons vary in length and shape and have bonding sites for atoms of other elements. </a:t>
            </a:r>
            <a:endParaRPr lang="en-US" sz="2000" dirty="0" smtClean="0"/>
          </a:p>
          <a:p>
            <a:pPr>
              <a:buFont typeface="Wingdings" panose="05000000000000000000" pitchFamily="2" charset="2"/>
              <a:buChar char="ü"/>
            </a:pPr>
            <a:r>
              <a:rPr lang="en-US" sz="2000" b="1" u="sng" dirty="0" smtClean="0"/>
              <a:t>Hydrocarbons</a:t>
            </a:r>
            <a:r>
              <a:rPr lang="en-US" sz="2000" dirty="0" smtClean="0"/>
              <a:t> </a:t>
            </a:r>
            <a:r>
              <a:rPr lang="en-US" sz="2000" dirty="0"/>
              <a:t>consist of carbon and </a:t>
            </a:r>
            <a:r>
              <a:rPr lang="en-US" sz="2000" dirty="0" smtClean="0"/>
              <a:t>hydrogen.</a:t>
            </a:r>
          </a:p>
          <a:p>
            <a:pPr>
              <a:buFont typeface="Wingdings" panose="05000000000000000000" pitchFamily="2" charset="2"/>
              <a:buChar char="ü"/>
            </a:pPr>
            <a:r>
              <a:rPr lang="en-US" sz="2000" dirty="0"/>
              <a:t>Chemical groups attached to the carbon skeletons of organic molecules participate in chemical reactions (</a:t>
            </a:r>
            <a:r>
              <a:rPr lang="en-US" sz="2000" b="1" u="sng" dirty="0"/>
              <a:t>functional</a:t>
            </a:r>
            <a:r>
              <a:rPr lang="en-US" sz="2000" dirty="0"/>
              <a:t> </a:t>
            </a:r>
            <a:r>
              <a:rPr lang="en-US" sz="2000" b="1" u="sng" dirty="0"/>
              <a:t>groups</a:t>
            </a:r>
            <a:r>
              <a:rPr lang="en-US" sz="2000" dirty="0"/>
              <a:t>) or contribute to </a:t>
            </a:r>
            <a:r>
              <a:rPr lang="en-US" sz="2000" b="1" u="sng" dirty="0"/>
              <a:t>function</a:t>
            </a:r>
            <a:r>
              <a:rPr lang="en-US" sz="2000" dirty="0"/>
              <a:t> by affecting </a:t>
            </a:r>
            <a:r>
              <a:rPr lang="en-US" sz="2000" b="1" u="sng" dirty="0"/>
              <a:t>molecular</a:t>
            </a:r>
            <a:r>
              <a:rPr lang="en-US" sz="2000" dirty="0"/>
              <a:t> </a:t>
            </a:r>
            <a:r>
              <a:rPr lang="en-US" sz="2000" b="1" u="sng" dirty="0" smtClean="0"/>
              <a:t>shape</a:t>
            </a:r>
            <a:r>
              <a:rPr lang="en-US" sz="2000" dirty="0" smtClean="0"/>
              <a:t>.</a:t>
            </a:r>
            <a:endParaRPr lang="en-US" sz="2000" dirty="0"/>
          </a:p>
        </p:txBody>
      </p:sp>
    </p:spTree>
    <p:extLst>
      <p:ext uri="{BB962C8B-B14F-4D97-AF65-F5344CB8AC3E}">
        <p14:creationId xmlns:p14="http://schemas.microsoft.com/office/powerpoint/2010/main" val="2342015461"/>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TM11161285">
      <a:dk1>
        <a:srgbClr val="000000"/>
      </a:dk1>
      <a:lt1>
        <a:srgbClr val="FFFFFF"/>
      </a:lt1>
      <a:dk2>
        <a:srgbClr val="9C350D"/>
      </a:dk2>
      <a:lt2>
        <a:srgbClr val="E7E6E6"/>
      </a:lt2>
      <a:accent1>
        <a:srgbClr val="EF9316"/>
      </a:accent1>
      <a:accent2>
        <a:srgbClr val="C1B46A"/>
      </a:accent2>
      <a:accent3>
        <a:srgbClr val="4AAF72"/>
      </a:accent3>
      <a:accent4>
        <a:srgbClr val="569EB7"/>
      </a:accent4>
      <a:accent5>
        <a:srgbClr val="D07DF8"/>
      </a:accent5>
      <a:accent6>
        <a:srgbClr val="F97E5C"/>
      </a:accent6>
      <a:hlink>
        <a:srgbClr val="0563C1"/>
      </a:hlink>
      <a:folHlink>
        <a:srgbClr val="954F72"/>
      </a:folHlink>
    </a:clrScheme>
    <a:fontScheme name="Custom 113">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161285_win32_SL_V10" id="{EDA0DED9-7866-43C7-AAE0-FF2BF7894006}" vid="{392D8875-CB51-4401-81BF-DCAE09DF28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1796BC-EFB4-4758-9E84-D19E82556C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98E2AA-96EA-44F8-9A2C-8D407107E619}">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71af3243-3dd4-4a8d-8c0d-dd76da1f02a5"/>
    <ds:schemaRef ds:uri="http://www.w3.org/XML/1998/namespace"/>
  </ds:schemaRefs>
</ds:datastoreItem>
</file>

<file path=customXml/itemProps3.xml><?xml version="1.0" encoding="utf-8"?>
<ds:datastoreItem xmlns:ds="http://schemas.openxmlformats.org/officeDocument/2006/customXml" ds:itemID="{3D120E86-8EBF-4A45-BB42-6385F45559D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3007</TotalTime>
  <Words>1410</Words>
  <Application>Microsoft Office PowerPoint</Application>
  <PresentationFormat>Widescreen</PresentationFormat>
  <Paragraphs>142</Paragraphs>
  <Slides>18</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6" baseType="lpstr">
      <vt:lpstr>Aptos</vt:lpstr>
      <vt:lpstr>Arial</vt:lpstr>
      <vt:lpstr>Calibri</vt:lpstr>
      <vt:lpstr>Cambria Math</vt:lpstr>
      <vt:lpstr>Trebuchet MS</vt:lpstr>
      <vt:lpstr>Wingdings</vt:lpstr>
      <vt:lpstr>Berlin</vt:lpstr>
      <vt:lpstr>Paintbrush Picture</vt:lpstr>
      <vt:lpstr>Lesson #2: Functional groups</vt:lpstr>
      <vt:lpstr>Learning goals</vt:lpstr>
      <vt:lpstr>Biological macromolecules</vt:lpstr>
      <vt:lpstr>Biological macromolecules</vt:lpstr>
      <vt:lpstr>carbon</vt:lpstr>
      <vt:lpstr>Carbon chains</vt:lpstr>
      <vt:lpstr>Functional groups</vt:lpstr>
      <vt:lpstr>Functional groups</vt:lpstr>
      <vt:lpstr>Hydroxyl </vt:lpstr>
      <vt:lpstr>Carbonyl</vt:lpstr>
      <vt:lpstr>Carboxyl</vt:lpstr>
      <vt:lpstr>Amino</vt:lpstr>
      <vt:lpstr>Sulfhydryl </vt:lpstr>
      <vt:lpstr>Phosphate </vt:lpstr>
      <vt:lpstr>Try these!</vt:lpstr>
      <vt:lpstr>Learning check </vt:lpstr>
      <vt:lpstr>Functional groups &amp; biology </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MARKETING MEETING</dc:title>
  <cp:lastModifiedBy>Gupta, Rashi</cp:lastModifiedBy>
  <cp:revision>108</cp:revision>
  <dcterms:created xsi:type="dcterms:W3CDTF">2024-01-24T18:09:33Z</dcterms:created>
  <dcterms:modified xsi:type="dcterms:W3CDTF">2025-09-09T10:22:58Z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